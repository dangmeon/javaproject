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83"/>
    <p:restoredTop sz="94622"/>
  </p:normalViewPr>
  <p:slideViewPr>
    <p:cSldViewPr snapToGrid="0">
      <p:cViewPr>
        <p:scale>
          <a:sx n="98" d="100"/>
          <a:sy n="9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E6D98-FA3B-8F24-F776-4AD816DB4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C97443-7777-8C27-AFE6-24BC5A264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7302C-5ED5-1E65-A290-6E4CFA1C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C23B94-79E1-0737-A74D-78E3F2B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81842-F249-0043-90AC-370C5224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684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D0CAD-D654-C81B-0CAF-1EDD6DF9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7BFAB-DBAC-ABD2-3877-9FD75E2EC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B71D0A-2686-DCF2-E644-44A43A85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53490E-3169-17C7-5CB6-944340E3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2D38D-649F-0FC5-C348-30156801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2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56248-807A-C297-EE28-E2840628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C19665-47D0-0B74-BCCC-E086E95A1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0C05E-A838-2DEE-BC0E-C1653F1A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48D54D-26AB-8CDC-5735-EE63C2A1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CADF8C-60C2-5145-DFE8-D11E5E62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503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C1EB4-58CF-4A75-7205-7A74A306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E54F9-75DD-1123-C949-04A3F57DF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22E1BA-3B70-BC42-C907-69C1669AB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4F2E3-DBE0-EA58-6D66-DAB52A12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F5D5AB-44F5-2CA1-02A7-34F173F6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BD9189-533F-6654-6734-40141660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754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128C4-DB86-D243-3A81-BD810642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AA3A46-CC96-4186-825A-63AD4589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17D213-F2BF-E813-BBAF-73378F013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377531-77E6-96A7-9A57-15F5E1C45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C3CDA3-F0A0-DC88-DEB1-94E3F9821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9A4657-8C38-254D-7B4E-D3EACE97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6D08A7-174A-AC80-967E-0AD22151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FB3418-DBD6-2734-4646-8500F6B6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179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AB5F6-DF3B-7918-4BA0-FAACE591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4502E3-1357-6E35-9B79-EAD4C864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93311F-59DB-2E63-CE91-7282CB98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F6A8C0-FC90-2ED7-CA72-9F5EF47B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063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FFD5FB-AB54-BCB6-6FFA-E6771DAD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F241B8-3571-3121-0A6A-F0EBE309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4E78CE-9C0A-DD67-130C-9986555A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614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7B039-819B-FCC6-3E5F-A4CA60AD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95CE9E-E669-76E1-C2D0-8DEC14421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478A61-5E8B-9799-BB77-7190109AB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D4C571-2F48-3102-F05F-AEE05111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7771E6-36B1-AB3B-9962-28F2F3CC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C4F22E-43A3-EAA3-7D05-2E9AB023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118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2441C-F052-7083-92C5-6447E709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F58035-7B72-043D-DFB0-BF9E910F7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B3732B-16EC-03DB-3E51-38DA662B1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9EBD66-6C20-0FC4-4E16-FA362B79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77674B-A22B-8051-C921-064E34C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291088-D55E-3E4D-45D0-B07CABF4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537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1DD35-0358-93CB-3A90-BE431235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F1E79A-4939-D4C9-0B32-FAC9C9F1F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47FB2F-CE55-1525-F56A-BF2D371E6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802AF-0B27-9AA0-0AFC-6B79D558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A6C6D2-4901-F35A-7C6E-58CA1A1B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045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7E93AE-20F3-6AA3-6DCE-44079F43D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E80EB5-A5EB-B352-E5D6-92559917B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110207-FD2F-F908-4FB0-CAD336F5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B328A7-893B-CBED-1C9E-A0D2BA04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19DC3-CDC9-61D2-790B-307D6478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116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022340-6505-C049-D120-15AC1762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1808DA-3117-8EE4-9883-74F939C16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AFC9F3-4096-DC11-6E23-FAC6DF1D4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EE7C0-0DAB-5747-8311-917F3428FFA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41B6C-102D-5289-D23F-DF5D28027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0CE56-2AB6-E60C-4311-A81AF0C79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18E64-E9FC-6145-B5C3-7CC3294E380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393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03C10-21E4-4BFC-F534-825D665E6A74}"/>
              </a:ext>
            </a:extLst>
          </p:cNvPr>
          <p:cNvSpPr txBox="1"/>
          <p:nvPr/>
        </p:nvSpPr>
        <p:spPr>
          <a:xfrm>
            <a:off x="138223" y="1488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퀵정렬연습문제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724DF-C5D8-B427-4819-437406F3489E}"/>
              </a:ext>
            </a:extLst>
          </p:cNvPr>
          <p:cNvSpPr txBox="1"/>
          <p:nvPr/>
        </p:nvSpPr>
        <p:spPr>
          <a:xfrm>
            <a:off x="138223" y="518189"/>
            <a:ext cx="366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27,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37,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62,</a:t>
            </a:r>
            <a:r>
              <a:rPr kumimoji="1" lang="ko-KR" altLang="en-US" dirty="0"/>
              <a:t> </a:t>
            </a:r>
            <a:r>
              <a:rPr kumimoji="1" lang="en-US" altLang="ko-KR" dirty="0"/>
              <a:t>12,</a:t>
            </a:r>
            <a:r>
              <a:rPr kumimoji="1" lang="ko-KR" altLang="en-US" dirty="0"/>
              <a:t> </a:t>
            </a:r>
            <a:r>
              <a:rPr kumimoji="1" lang="en-US" altLang="ko-KR" dirty="0"/>
              <a:t>59,</a:t>
            </a:r>
            <a:r>
              <a:rPr kumimoji="1" lang="ko-KR" altLang="en-US" dirty="0"/>
              <a:t> </a:t>
            </a:r>
            <a:r>
              <a:rPr kumimoji="1" lang="en-US" altLang="ko-KR" dirty="0"/>
              <a:t>16,</a:t>
            </a:r>
            <a:r>
              <a:rPr kumimoji="1" lang="ko-KR" altLang="en-US" dirty="0"/>
              <a:t> </a:t>
            </a:r>
            <a:r>
              <a:rPr kumimoji="1" lang="en-US" altLang="ko-KR" dirty="0"/>
              <a:t>49,</a:t>
            </a:r>
            <a:r>
              <a:rPr kumimoji="1" lang="ko-KR" altLang="en-US" dirty="0"/>
              <a:t> </a:t>
            </a:r>
            <a:r>
              <a:rPr kumimoji="1" lang="en-US" altLang="ko-KR" dirty="0"/>
              <a:t>18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FA04A-69AE-5FEA-AC0B-58A95BAF0C34}"/>
              </a:ext>
            </a:extLst>
          </p:cNvPr>
          <p:cNvSpPr txBox="1"/>
          <p:nvPr/>
        </p:nvSpPr>
        <p:spPr>
          <a:xfrm>
            <a:off x="1169233" y="15266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초기상태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CCB44FF-8E81-80BF-74AC-0B303ADB5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813776"/>
              </p:ext>
            </p:extLst>
          </p:nvPr>
        </p:nvGraphicFramePr>
        <p:xfrm>
          <a:off x="2277229" y="1525168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313943-DB82-4624-B527-4DAD29BD34A1}"/>
              </a:ext>
            </a:extLst>
          </p:cNvPr>
          <p:cNvSpPr txBox="1"/>
          <p:nvPr/>
        </p:nvSpPr>
        <p:spPr>
          <a:xfrm>
            <a:off x="1444041" y="2580133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단계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BF77FBA-2F7E-5E5A-193C-9F6981EC7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25567"/>
              </p:ext>
            </p:extLst>
          </p:nvPr>
        </p:nvGraphicFramePr>
        <p:xfrm>
          <a:off x="2277229" y="2580334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998F9C9-02E8-2D92-AFB5-90C54A3DE204}"/>
              </a:ext>
            </a:extLst>
          </p:cNvPr>
          <p:cNvSpPr txBox="1"/>
          <p:nvPr/>
        </p:nvSpPr>
        <p:spPr>
          <a:xfrm>
            <a:off x="2247945" y="56124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42D4E-84DE-4AF8-1F14-FF612D8830AC}"/>
              </a:ext>
            </a:extLst>
          </p:cNvPr>
          <p:cNvSpPr txBox="1"/>
          <p:nvPr/>
        </p:nvSpPr>
        <p:spPr>
          <a:xfrm>
            <a:off x="3134505" y="1933436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52742-76D4-976D-D271-573A01744721}"/>
              </a:ext>
            </a:extLst>
          </p:cNvPr>
          <p:cNvSpPr txBox="1"/>
          <p:nvPr/>
        </p:nvSpPr>
        <p:spPr>
          <a:xfrm>
            <a:off x="9733250" y="297648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CA403-C218-B6E3-F643-FD664A8230FD}"/>
              </a:ext>
            </a:extLst>
          </p:cNvPr>
          <p:cNvSpPr txBox="1"/>
          <p:nvPr/>
        </p:nvSpPr>
        <p:spPr>
          <a:xfrm>
            <a:off x="4021423" y="2976486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072D9FE-EE6D-71CD-8C95-A2D0914FF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276747"/>
              </p:ext>
            </p:extLst>
          </p:nvPr>
        </p:nvGraphicFramePr>
        <p:xfrm>
          <a:off x="2277229" y="3450080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2924FE9-30D1-310D-6F8A-111CFC203714}"/>
              </a:ext>
            </a:extLst>
          </p:cNvPr>
          <p:cNvSpPr txBox="1"/>
          <p:nvPr/>
        </p:nvSpPr>
        <p:spPr>
          <a:xfrm>
            <a:off x="1570679" y="34489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교환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27E15-5327-F208-D6DE-E0BCFEDFA239}"/>
              </a:ext>
            </a:extLst>
          </p:cNvPr>
          <p:cNvSpPr txBox="1"/>
          <p:nvPr/>
        </p:nvSpPr>
        <p:spPr>
          <a:xfrm>
            <a:off x="4021422" y="3844724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7FDB6A-4DA7-237F-2063-BAFCFD249266}"/>
              </a:ext>
            </a:extLst>
          </p:cNvPr>
          <p:cNvSpPr txBox="1"/>
          <p:nvPr/>
        </p:nvSpPr>
        <p:spPr>
          <a:xfrm>
            <a:off x="9733250" y="384472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716ED-02B2-4CF6-A51C-B7EF8298B42F}"/>
              </a:ext>
            </a:extLst>
          </p:cNvPr>
          <p:cNvSpPr txBox="1"/>
          <p:nvPr/>
        </p:nvSpPr>
        <p:spPr>
          <a:xfrm>
            <a:off x="1444041" y="431696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31AC9EE-5283-453E-7347-C6E63CCC5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076089"/>
              </p:ext>
            </p:extLst>
          </p:nvPr>
        </p:nvGraphicFramePr>
        <p:xfrm>
          <a:off x="2277229" y="4317162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5FD983C-A558-6640-B74F-18DAC95D248D}"/>
              </a:ext>
            </a:extLst>
          </p:cNvPr>
          <p:cNvSpPr txBox="1"/>
          <p:nvPr/>
        </p:nvSpPr>
        <p:spPr>
          <a:xfrm>
            <a:off x="8039362" y="474420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B61925-596B-CB27-EC20-8A7E3C22F4A3}"/>
              </a:ext>
            </a:extLst>
          </p:cNvPr>
          <p:cNvSpPr txBox="1"/>
          <p:nvPr/>
        </p:nvSpPr>
        <p:spPr>
          <a:xfrm>
            <a:off x="5601325" y="4713314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E134E71-593E-F847-C299-B413565B6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91976"/>
              </p:ext>
            </p:extLst>
          </p:nvPr>
        </p:nvGraphicFramePr>
        <p:xfrm>
          <a:off x="2277229" y="5186908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790ED74-D15A-EEAC-4095-22283AAD1D0A}"/>
              </a:ext>
            </a:extLst>
          </p:cNvPr>
          <p:cNvSpPr txBox="1"/>
          <p:nvPr/>
        </p:nvSpPr>
        <p:spPr>
          <a:xfrm>
            <a:off x="1570679" y="51857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교환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F9D258-443F-A75A-A25C-9F123D00C15C}"/>
              </a:ext>
            </a:extLst>
          </p:cNvPr>
          <p:cNvSpPr txBox="1"/>
          <p:nvPr/>
        </p:nvSpPr>
        <p:spPr>
          <a:xfrm>
            <a:off x="5601324" y="5586763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5A76B7-44C0-E086-03CE-2B11BC025FD7}"/>
              </a:ext>
            </a:extLst>
          </p:cNvPr>
          <p:cNvSpPr txBox="1"/>
          <p:nvPr/>
        </p:nvSpPr>
        <p:spPr>
          <a:xfrm>
            <a:off x="8039362" y="558676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EF0158-EFA8-1CEB-72B4-DCFE36622B8E}"/>
              </a:ext>
            </a:extLst>
          </p:cNvPr>
          <p:cNvSpPr txBox="1"/>
          <p:nvPr/>
        </p:nvSpPr>
        <p:spPr>
          <a:xfrm>
            <a:off x="2232478" y="29764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825413-8888-4E7C-AA48-8BC9C703E843}"/>
              </a:ext>
            </a:extLst>
          </p:cNvPr>
          <p:cNvSpPr txBox="1"/>
          <p:nvPr/>
        </p:nvSpPr>
        <p:spPr>
          <a:xfrm>
            <a:off x="2247946" y="38567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CA8B1D-5544-FC24-A172-B6052D7ACD6C}"/>
              </a:ext>
            </a:extLst>
          </p:cNvPr>
          <p:cNvSpPr txBox="1"/>
          <p:nvPr/>
        </p:nvSpPr>
        <p:spPr>
          <a:xfrm>
            <a:off x="2277228" y="47442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CF51DE-0175-5889-DBB7-938D397CF19E}"/>
              </a:ext>
            </a:extLst>
          </p:cNvPr>
          <p:cNvSpPr txBox="1"/>
          <p:nvPr/>
        </p:nvSpPr>
        <p:spPr>
          <a:xfrm>
            <a:off x="2277227" y="19742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</p:spTree>
    <p:extLst>
      <p:ext uri="{BB962C8B-B14F-4D97-AF65-F5344CB8AC3E}">
        <p14:creationId xmlns:p14="http://schemas.microsoft.com/office/powerpoint/2010/main" val="166334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7A7C15-4732-142A-1F34-E770AE74A5E5}"/>
              </a:ext>
            </a:extLst>
          </p:cNvPr>
          <p:cNvSpPr txBox="1"/>
          <p:nvPr/>
        </p:nvSpPr>
        <p:spPr>
          <a:xfrm>
            <a:off x="1444041" y="32957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A057FF8-6BF1-A93B-8468-DAEA4FCF0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528676"/>
              </p:ext>
            </p:extLst>
          </p:nvPr>
        </p:nvGraphicFramePr>
        <p:xfrm>
          <a:off x="2277229" y="329779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79F943-D28D-84EF-D2FA-849E02AAA740}"/>
              </a:ext>
            </a:extLst>
          </p:cNvPr>
          <p:cNvSpPr txBox="1"/>
          <p:nvPr/>
        </p:nvSpPr>
        <p:spPr>
          <a:xfrm>
            <a:off x="6341229" y="73620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7B22D-8926-D096-AF29-D87772E86CF2}"/>
              </a:ext>
            </a:extLst>
          </p:cNvPr>
          <p:cNvSpPr txBox="1"/>
          <p:nvPr/>
        </p:nvSpPr>
        <p:spPr>
          <a:xfrm>
            <a:off x="7205272" y="73620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573C3-E63B-15EE-C1FF-1EAFEAB89C51}"/>
              </a:ext>
            </a:extLst>
          </p:cNvPr>
          <p:cNvSpPr txBox="1"/>
          <p:nvPr/>
        </p:nvSpPr>
        <p:spPr>
          <a:xfrm>
            <a:off x="2203196" y="1105532"/>
            <a:ext cx="3618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Low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high</a:t>
            </a:r>
            <a:r>
              <a:rPr kumimoji="1" lang="ko-KR" altLang="en-US" dirty="0"/>
              <a:t>가 교차했으므로 종료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B4933-BB8B-000F-EE73-D6B6490F55E7}"/>
              </a:ext>
            </a:extLst>
          </p:cNvPr>
          <p:cNvSpPr txBox="1"/>
          <p:nvPr/>
        </p:nvSpPr>
        <p:spPr>
          <a:xfrm>
            <a:off x="1444041" y="1694156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</a:t>
            </a:r>
            <a:r>
              <a:rPr kumimoji="1" lang="ko-KR" altLang="en-US" dirty="0"/>
              <a:t>단계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63814CA-2D07-A81E-4D25-8218B4D2C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753210"/>
              </p:ext>
            </p:extLst>
          </p:nvPr>
        </p:nvGraphicFramePr>
        <p:xfrm>
          <a:off x="2277229" y="1694357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C4EF632-FE6A-557D-00F6-7799EAE5BEDA}"/>
              </a:ext>
            </a:extLst>
          </p:cNvPr>
          <p:cNvSpPr txBox="1"/>
          <p:nvPr/>
        </p:nvSpPr>
        <p:spPr>
          <a:xfrm>
            <a:off x="6341229" y="207332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B77B63-BF71-601D-2F47-90BF46BCC7D8}"/>
              </a:ext>
            </a:extLst>
          </p:cNvPr>
          <p:cNvSpPr txBox="1"/>
          <p:nvPr/>
        </p:nvSpPr>
        <p:spPr>
          <a:xfrm>
            <a:off x="7260236" y="2073323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ADDBEC3-5611-8E30-3F05-D19A0B83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32363"/>
              </p:ext>
            </p:extLst>
          </p:nvPr>
        </p:nvGraphicFramePr>
        <p:xfrm>
          <a:off x="2277229" y="2564103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3AEC056-D53D-88F7-0ADE-D458C61C97F7}"/>
              </a:ext>
            </a:extLst>
          </p:cNvPr>
          <p:cNvSpPr txBox="1"/>
          <p:nvPr/>
        </p:nvSpPr>
        <p:spPr>
          <a:xfrm>
            <a:off x="1013447" y="256053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 교환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B2538C-F595-D18D-16B2-0E3FA0E8F5ED}"/>
              </a:ext>
            </a:extLst>
          </p:cNvPr>
          <p:cNvSpPr txBox="1"/>
          <p:nvPr/>
        </p:nvSpPr>
        <p:spPr>
          <a:xfrm>
            <a:off x="1444041" y="3336284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</a:t>
            </a:r>
            <a:r>
              <a:rPr kumimoji="1" lang="ko-KR" altLang="en-US" dirty="0"/>
              <a:t>단계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B570D4-1DB7-AFCE-E8F7-D4557CBB5FEC}"/>
              </a:ext>
            </a:extLst>
          </p:cNvPr>
          <p:cNvSpPr txBox="1"/>
          <p:nvPr/>
        </p:nvSpPr>
        <p:spPr>
          <a:xfrm>
            <a:off x="5485504" y="375678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BDC45A-656C-3E99-9630-EF6355704DCD}"/>
              </a:ext>
            </a:extLst>
          </p:cNvPr>
          <p:cNvSpPr txBox="1"/>
          <p:nvPr/>
        </p:nvSpPr>
        <p:spPr>
          <a:xfrm>
            <a:off x="3137941" y="3759829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79B1DF5-C222-3514-DDF1-E900B275A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82970"/>
              </p:ext>
            </p:extLst>
          </p:nvPr>
        </p:nvGraphicFramePr>
        <p:xfrm>
          <a:off x="2277229" y="3349691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8A02245-B6D9-718F-DBE0-4106F913BA64}"/>
              </a:ext>
            </a:extLst>
          </p:cNvPr>
          <p:cNvSpPr txBox="1"/>
          <p:nvPr/>
        </p:nvSpPr>
        <p:spPr>
          <a:xfrm>
            <a:off x="1507359" y="51057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교환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BF7267-A2A2-4C7A-4C03-C966B3AD737D}"/>
              </a:ext>
            </a:extLst>
          </p:cNvPr>
          <p:cNvSpPr txBox="1"/>
          <p:nvPr/>
        </p:nvSpPr>
        <p:spPr>
          <a:xfrm>
            <a:off x="2277229" y="7419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12DD02-3060-2E18-287F-E3DDDFED1A0E}"/>
              </a:ext>
            </a:extLst>
          </p:cNvPr>
          <p:cNvSpPr txBox="1"/>
          <p:nvPr/>
        </p:nvSpPr>
        <p:spPr>
          <a:xfrm>
            <a:off x="2277228" y="20751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4B6269-36E7-E891-462C-213927097B55}"/>
              </a:ext>
            </a:extLst>
          </p:cNvPr>
          <p:cNvSpPr txBox="1"/>
          <p:nvPr/>
        </p:nvSpPr>
        <p:spPr>
          <a:xfrm>
            <a:off x="2277228" y="37567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F642681-A489-1F5B-C164-1E12DF390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457390"/>
              </p:ext>
            </p:extLst>
          </p:nvPr>
        </p:nvGraphicFramePr>
        <p:xfrm>
          <a:off x="2277229" y="4242198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4CB5501-85EB-5809-280C-B8376A5ED73F}"/>
              </a:ext>
            </a:extLst>
          </p:cNvPr>
          <p:cNvSpPr txBox="1"/>
          <p:nvPr/>
        </p:nvSpPr>
        <p:spPr>
          <a:xfrm>
            <a:off x="4012345" y="547147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3B3D11-E9DC-23E7-5A0B-D1ADB01F63EB}"/>
              </a:ext>
            </a:extLst>
          </p:cNvPr>
          <p:cNvSpPr txBox="1"/>
          <p:nvPr/>
        </p:nvSpPr>
        <p:spPr>
          <a:xfrm>
            <a:off x="4803026" y="4672171"/>
            <a:ext cx="57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8A33D6D5-BC20-5A36-A686-B6F12407A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219074"/>
              </p:ext>
            </p:extLst>
          </p:nvPr>
        </p:nvGraphicFramePr>
        <p:xfrm>
          <a:off x="2277229" y="5105716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A0D4309-5482-F0FF-CF62-B24F67CA6A12}"/>
              </a:ext>
            </a:extLst>
          </p:cNvPr>
          <p:cNvSpPr txBox="1"/>
          <p:nvPr/>
        </p:nvSpPr>
        <p:spPr>
          <a:xfrm>
            <a:off x="4012344" y="467217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C62815-CD19-59E3-9644-CB2A7C22FB9D}"/>
              </a:ext>
            </a:extLst>
          </p:cNvPr>
          <p:cNvSpPr txBox="1"/>
          <p:nvPr/>
        </p:nvSpPr>
        <p:spPr>
          <a:xfrm>
            <a:off x="4803026" y="5471476"/>
            <a:ext cx="57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86105D-4C9C-1985-0935-B8A2ABFC4C40}"/>
              </a:ext>
            </a:extLst>
          </p:cNvPr>
          <p:cNvSpPr txBox="1"/>
          <p:nvPr/>
        </p:nvSpPr>
        <p:spPr>
          <a:xfrm>
            <a:off x="1087479" y="596923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 교환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03FB29C1-960B-ACD3-9A28-66A33174D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243630"/>
              </p:ext>
            </p:extLst>
          </p:nvPr>
        </p:nvGraphicFramePr>
        <p:xfrm>
          <a:off x="2277229" y="5979069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43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1146-5312-74E2-55E5-A13A9C2D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B433-9F3C-8C9C-1957-9EEEDE9F3B5C}"/>
              </a:ext>
            </a:extLst>
          </p:cNvPr>
          <p:cNvSpPr txBox="1"/>
          <p:nvPr/>
        </p:nvSpPr>
        <p:spPr>
          <a:xfrm>
            <a:off x="1533982" y="420455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</a:t>
            </a:r>
            <a:r>
              <a:rPr kumimoji="1" lang="ko-KR" altLang="en-US" dirty="0"/>
              <a:t>단계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23F09-B1DF-1139-3930-31DC9AD09BD4}"/>
              </a:ext>
            </a:extLst>
          </p:cNvPr>
          <p:cNvSpPr txBox="1"/>
          <p:nvPr/>
        </p:nvSpPr>
        <p:spPr>
          <a:xfrm>
            <a:off x="5575445" y="8409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EAB99-1B12-0946-7355-15A945BB0CB1}"/>
              </a:ext>
            </a:extLst>
          </p:cNvPr>
          <p:cNvSpPr txBox="1"/>
          <p:nvPr/>
        </p:nvSpPr>
        <p:spPr>
          <a:xfrm>
            <a:off x="4102285" y="84095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C0BF7-138D-E7CF-5A07-63649EB48742}"/>
              </a:ext>
            </a:extLst>
          </p:cNvPr>
          <p:cNvSpPr txBox="1"/>
          <p:nvPr/>
        </p:nvSpPr>
        <p:spPr>
          <a:xfrm>
            <a:off x="1597300" y="21898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교환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8AA41-EEA7-AFD0-1A8B-C6100A6ACFC3}"/>
              </a:ext>
            </a:extLst>
          </p:cNvPr>
          <p:cNvSpPr txBox="1"/>
          <p:nvPr/>
        </p:nvSpPr>
        <p:spPr>
          <a:xfrm>
            <a:off x="3204924" y="8695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F56E5-B439-DE4C-F945-2D244A0084C5}"/>
              </a:ext>
            </a:extLst>
          </p:cNvPr>
          <p:cNvSpPr txBox="1"/>
          <p:nvPr/>
        </p:nvSpPr>
        <p:spPr>
          <a:xfrm>
            <a:off x="5575445" y="1695275"/>
            <a:ext cx="57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90C08-9B8E-BE0D-5832-9F20D60B380A}"/>
              </a:ext>
            </a:extLst>
          </p:cNvPr>
          <p:cNvSpPr txBox="1"/>
          <p:nvPr/>
        </p:nvSpPr>
        <p:spPr>
          <a:xfrm>
            <a:off x="4892967" y="172597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A38074F-E905-5C23-6E61-172576C46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46226"/>
              </p:ext>
            </p:extLst>
          </p:nvPr>
        </p:nvGraphicFramePr>
        <p:xfrm>
          <a:off x="2367169" y="453016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2751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3C485247-D38B-7C01-D6A3-0FCC4BE9C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84546"/>
              </p:ext>
            </p:extLst>
          </p:nvPr>
        </p:nvGraphicFramePr>
        <p:xfrm>
          <a:off x="2367169" y="1280014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41A77AD-A692-249F-B101-A0995289B3DA}"/>
              </a:ext>
            </a:extLst>
          </p:cNvPr>
          <p:cNvSpPr txBox="1"/>
          <p:nvPr/>
        </p:nvSpPr>
        <p:spPr>
          <a:xfrm>
            <a:off x="4045526" y="17283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B157063-4C95-A1FE-D2D0-372DEFFAF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037416"/>
              </p:ext>
            </p:extLst>
          </p:nvPr>
        </p:nvGraphicFramePr>
        <p:xfrm>
          <a:off x="2367169" y="2243706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6E88C76-91B4-4634-4706-BFCBBF0DC6AD}"/>
              </a:ext>
            </a:extLst>
          </p:cNvPr>
          <p:cNvSpPr txBox="1"/>
          <p:nvPr/>
        </p:nvSpPr>
        <p:spPr>
          <a:xfrm>
            <a:off x="1533982" y="2973714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</a:t>
            </a:r>
            <a:r>
              <a:rPr kumimoji="1" lang="ko-KR" altLang="en-US" dirty="0"/>
              <a:t>단계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F39C6C-EB4E-F21D-01A0-573B648F8D4C}"/>
              </a:ext>
            </a:extLst>
          </p:cNvPr>
          <p:cNvSpPr txBox="1"/>
          <p:nvPr/>
        </p:nvSpPr>
        <p:spPr>
          <a:xfrm>
            <a:off x="9697740" y="339421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441862-B109-F30A-190F-64310413C21C}"/>
              </a:ext>
            </a:extLst>
          </p:cNvPr>
          <p:cNvSpPr txBox="1"/>
          <p:nvPr/>
        </p:nvSpPr>
        <p:spPr>
          <a:xfrm>
            <a:off x="8104658" y="3394214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D9CD89-F5E1-7B7C-05FA-E1E034C43D48}"/>
              </a:ext>
            </a:extLst>
          </p:cNvPr>
          <p:cNvSpPr txBox="1"/>
          <p:nvPr/>
        </p:nvSpPr>
        <p:spPr>
          <a:xfrm>
            <a:off x="1597300" y="47431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교환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B4F118-0942-A7BD-46A1-32360DB47C27}"/>
              </a:ext>
            </a:extLst>
          </p:cNvPr>
          <p:cNvSpPr txBox="1"/>
          <p:nvPr/>
        </p:nvSpPr>
        <p:spPr>
          <a:xfrm>
            <a:off x="7282249" y="34204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FAB335-17B3-A9A7-E5C7-04E2CB9E5F55}"/>
              </a:ext>
            </a:extLst>
          </p:cNvPr>
          <p:cNvSpPr txBox="1"/>
          <p:nvPr/>
        </p:nvSpPr>
        <p:spPr>
          <a:xfrm>
            <a:off x="4045526" y="42816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0FAFD90-8569-FD9D-21F3-6F973B455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324925"/>
              </p:ext>
            </p:extLst>
          </p:nvPr>
        </p:nvGraphicFramePr>
        <p:xfrm>
          <a:off x="2367169" y="4796965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39E241C-6C27-C748-F9C6-1DEBA950A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247674"/>
              </p:ext>
            </p:extLst>
          </p:nvPr>
        </p:nvGraphicFramePr>
        <p:xfrm>
          <a:off x="2367169" y="3013375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3AA5AC0-9FA3-77E1-23AD-615429F10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421415"/>
              </p:ext>
            </p:extLst>
          </p:nvPr>
        </p:nvGraphicFramePr>
        <p:xfrm>
          <a:off x="2367169" y="3915616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7FAD3F21-1EB2-E9A4-6400-196F22AC12CB}"/>
              </a:ext>
            </a:extLst>
          </p:cNvPr>
          <p:cNvSpPr txBox="1"/>
          <p:nvPr/>
        </p:nvSpPr>
        <p:spPr>
          <a:xfrm>
            <a:off x="8101184" y="430002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3B44B1-0537-1CDC-52EB-3472284B99F4}"/>
              </a:ext>
            </a:extLst>
          </p:cNvPr>
          <p:cNvSpPr txBox="1"/>
          <p:nvPr/>
        </p:nvSpPr>
        <p:spPr>
          <a:xfrm>
            <a:off x="9697740" y="4300027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8609CD-3818-86A3-FDD2-A1B8F2684460}"/>
              </a:ext>
            </a:extLst>
          </p:cNvPr>
          <p:cNvSpPr txBox="1"/>
          <p:nvPr/>
        </p:nvSpPr>
        <p:spPr>
          <a:xfrm>
            <a:off x="1470662" y="558835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</a:t>
            </a:r>
            <a:r>
              <a:rPr kumimoji="1" lang="ko-KR" altLang="en-US" dirty="0"/>
              <a:t>단계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35F368A-B5EE-55BB-CA1F-8A8F6C341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060606"/>
              </p:ext>
            </p:extLst>
          </p:nvPr>
        </p:nvGraphicFramePr>
        <p:xfrm>
          <a:off x="2367169" y="5588357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16DE05E3-0851-9D91-EAC2-D5F430E749F9}"/>
              </a:ext>
            </a:extLst>
          </p:cNvPr>
          <p:cNvSpPr txBox="1"/>
          <p:nvPr/>
        </p:nvSpPr>
        <p:spPr>
          <a:xfrm>
            <a:off x="8878940" y="601041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8E3F88-87FE-13FA-A267-DE8B635AB9BA}"/>
              </a:ext>
            </a:extLst>
          </p:cNvPr>
          <p:cNvSpPr txBox="1"/>
          <p:nvPr/>
        </p:nvSpPr>
        <p:spPr>
          <a:xfrm>
            <a:off x="9697740" y="6010417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2C9BEA-3F64-605E-31D0-14C44F3DA09E}"/>
              </a:ext>
            </a:extLst>
          </p:cNvPr>
          <p:cNvSpPr txBox="1"/>
          <p:nvPr/>
        </p:nvSpPr>
        <p:spPr>
          <a:xfrm>
            <a:off x="7282248" y="60240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</p:spTree>
    <p:extLst>
      <p:ext uri="{BB962C8B-B14F-4D97-AF65-F5344CB8AC3E}">
        <p14:creationId xmlns:p14="http://schemas.microsoft.com/office/powerpoint/2010/main" val="195687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5EC1-3D3A-FCC3-FFDF-D8806D4E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AFB6A-6B2E-CFCB-3E26-94499CBB8709}"/>
              </a:ext>
            </a:extLst>
          </p:cNvPr>
          <p:cNvSpPr txBox="1"/>
          <p:nvPr/>
        </p:nvSpPr>
        <p:spPr>
          <a:xfrm>
            <a:off x="1496788" y="572219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</a:t>
            </a:r>
            <a:r>
              <a:rPr kumimoji="1" lang="ko-KR" altLang="en-US" dirty="0"/>
              <a:t>단계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727ACA-811C-CA7F-C980-5D711F71D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035829"/>
              </p:ext>
            </p:extLst>
          </p:nvPr>
        </p:nvGraphicFramePr>
        <p:xfrm>
          <a:off x="2393295" y="572219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38472-2DCF-64D1-6345-E56A6B6BF726}"/>
              </a:ext>
            </a:extLst>
          </p:cNvPr>
          <p:cNvSpPr txBox="1"/>
          <p:nvPr/>
        </p:nvSpPr>
        <p:spPr>
          <a:xfrm>
            <a:off x="1203545" y="141991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 교환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085891F-D983-E3C0-6480-B3716BDC4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696142"/>
              </p:ext>
            </p:extLst>
          </p:nvPr>
        </p:nvGraphicFramePr>
        <p:xfrm>
          <a:off x="2393295" y="1429746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7B0152-97A4-FB67-9431-31ACB64C51F9}"/>
              </a:ext>
            </a:extLst>
          </p:cNvPr>
          <p:cNvSpPr txBox="1"/>
          <p:nvPr/>
        </p:nvSpPr>
        <p:spPr>
          <a:xfrm>
            <a:off x="7254177" y="9478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E0DF7-C5D8-B725-C012-361B926E1DAB}"/>
              </a:ext>
            </a:extLst>
          </p:cNvPr>
          <p:cNvSpPr txBox="1"/>
          <p:nvPr/>
        </p:nvSpPr>
        <p:spPr>
          <a:xfrm>
            <a:off x="7254176" y="1861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0B184-C300-AC9D-697D-A7732BFB8C10}"/>
              </a:ext>
            </a:extLst>
          </p:cNvPr>
          <p:cNvSpPr txBox="1"/>
          <p:nvPr/>
        </p:nvSpPr>
        <p:spPr>
          <a:xfrm>
            <a:off x="1496787" y="2267603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9</a:t>
            </a:r>
            <a:r>
              <a:rPr kumimoji="1" lang="ko-KR" altLang="en-US" dirty="0"/>
              <a:t>단계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738BA6-E76B-299E-9ECC-ECCBD0311D7E}"/>
              </a:ext>
            </a:extLst>
          </p:cNvPr>
          <p:cNvSpPr txBox="1"/>
          <p:nvPr/>
        </p:nvSpPr>
        <p:spPr>
          <a:xfrm>
            <a:off x="1203544" y="311529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 교환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5B9C240-8DB2-BEA6-C3F3-D6E6D461D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62604"/>
              </p:ext>
            </p:extLst>
          </p:nvPr>
        </p:nvGraphicFramePr>
        <p:xfrm>
          <a:off x="2393294" y="3125130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CFE00EB-8E5D-9FBE-5504-58CDD184BB7C}"/>
              </a:ext>
            </a:extLst>
          </p:cNvPr>
          <p:cNvSpPr txBox="1"/>
          <p:nvPr/>
        </p:nvSpPr>
        <p:spPr>
          <a:xfrm>
            <a:off x="7254176" y="26431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피벗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F3B1D6B-BF2E-AF61-BD2E-B0E38D835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242619"/>
              </p:ext>
            </p:extLst>
          </p:nvPr>
        </p:nvGraphicFramePr>
        <p:xfrm>
          <a:off x="2393294" y="2244371"/>
          <a:ext cx="8128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639714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110949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8908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4458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35924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60572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343223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1155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4883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20461334"/>
                    </a:ext>
                  </a:extLst>
                </a:gridCol>
              </a:tblGrid>
              <a:tr h="3594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370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5351C76-41F6-4DC8-EA59-2755A078D30E}"/>
              </a:ext>
            </a:extLst>
          </p:cNvPr>
          <p:cNvSpPr txBox="1"/>
          <p:nvPr/>
        </p:nvSpPr>
        <p:spPr>
          <a:xfrm>
            <a:off x="8905066" y="94781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906FF-9FC0-3DED-BE31-D3E4E28A0488}"/>
              </a:ext>
            </a:extLst>
          </p:cNvPr>
          <p:cNvSpPr txBox="1"/>
          <p:nvPr/>
        </p:nvSpPr>
        <p:spPr>
          <a:xfrm>
            <a:off x="9723866" y="947814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60BAF0-C46C-D8F3-D34A-AE529578EAA1}"/>
              </a:ext>
            </a:extLst>
          </p:cNvPr>
          <p:cNvSpPr txBox="1"/>
          <p:nvPr/>
        </p:nvSpPr>
        <p:spPr>
          <a:xfrm>
            <a:off x="8182446" y="261013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high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191A50-0203-A985-F96C-C9F8D800F3C9}"/>
              </a:ext>
            </a:extLst>
          </p:cNvPr>
          <p:cNvSpPr txBox="1"/>
          <p:nvPr/>
        </p:nvSpPr>
        <p:spPr>
          <a:xfrm>
            <a:off x="10644832" y="2610131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low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76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339</Words>
  <Application>Microsoft Macintosh PowerPoint</Application>
  <PresentationFormat>와이드스크린</PresentationFormat>
  <Paragraphs>302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2026-08-21T06:42:26Z</dcterms:created>
  <dcterms:modified xsi:type="dcterms:W3CDTF">2026-08-21T07:41:46Z</dcterms:modified>
</cp:coreProperties>
</file>