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68"/>
    <p:restoredTop sz="94361"/>
  </p:normalViewPr>
  <p:slideViewPr>
    <p:cSldViewPr snapToGrid="0">
      <p:cViewPr>
        <p:scale>
          <a:sx n="94" d="100"/>
          <a:sy n="94" d="100"/>
        </p:scale>
        <p:origin x="53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8F1E41-C148-F40C-7B64-E3DB63BE1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34B3F3-FF52-6E1E-EC1C-4AB13BF8E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800C3B-298C-39D3-27A3-4D7DCC6C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2D8B-0154-624B-87BE-2D2C6B1BB449}" type="datetimeFigureOut">
              <a:rPr kumimoji="1" lang="ko-KR" altLang="en-US" smtClean="0"/>
              <a:t>2026. 8. 25.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8DA6BD-5776-9454-8241-0E5A35E43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2DD28E-5ADF-959D-897B-0972E8A2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21EF6-467E-F243-ACA4-D7FDCE17D91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50931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AF046-6BAB-905A-9998-13471935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8372BD-2D5D-BAF5-93B4-3DB709B9C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9ACAF3-CF65-FC6D-9639-268B6CDD5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2D8B-0154-624B-87BE-2D2C6B1BB449}" type="datetimeFigureOut">
              <a:rPr kumimoji="1" lang="ko-KR" altLang="en-US" smtClean="0"/>
              <a:t>2026. 8. 25.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A59A7D-34A7-1281-905D-343F38C43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A763C-1983-499F-EE8F-1ACCFDCC7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21EF6-467E-F243-ACA4-D7FDCE17D91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30427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5763C-9200-B39D-5AA3-CAD134B7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F94419-7450-18B6-CD38-40054173C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8CED0D-9F4E-9C99-FB18-9938704E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2D8B-0154-624B-87BE-2D2C6B1BB449}" type="datetimeFigureOut">
              <a:rPr kumimoji="1" lang="ko-KR" altLang="en-US" smtClean="0"/>
              <a:t>2026. 8. 25.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84B02F-8532-84DE-757D-DFD5184A7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075D72-1658-5BAA-815B-B1A67700A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21EF6-467E-F243-ACA4-D7FDCE17D91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01007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8DA3B-8C63-1D10-5EFC-D8D5316A5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68D6E8-0237-E6AD-D80B-8038ED4D7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CCFE5A-9CB8-FC98-C81B-F5E5F7129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F2437E-4FED-007C-2505-366AC0D5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2D8B-0154-624B-87BE-2D2C6B1BB449}" type="datetimeFigureOut">
              <a:rPr kumimoji="1" lang="ko-KR" altLang="en-US" smtClean="0"/>
              <a:t>2026. 8. 25.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B1A2A3-868E-44E3-A738-11015E24A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AE4452-ED79-B4A0-C724-A48D4EA9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21EF6-467E-F243-ACA4-D7FDCE17D91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50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43566-BE31-6068-FBEF-856886B27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D7895E-85F0-A803-51FE-40EE6596F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D59464-3A03-E583-1725-A00B72775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D43F476-2FB3-CB93-6AEA-621AADA3F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649CD0-39E2-6EF5-5CF7-6C6B6FA0BB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9D61B2-4B65-BC6E-FFEF-71F344A47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2D8B-0154-624B-87BE-2D2C6B1BB449}" type="datetimeFigureOut">
              <a:rPr kumimoji="1" lang="ko-KR" altLang="en-US" smtClean="0"/>
              <a:t>2026. 8. 25.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4A4238E-CC5F-CFAC-9BA7-993DE26C0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E4DF189-2726-CB24-A577-B6974C2B9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21EF6-467E-F243-ACA4-D7FDCE17D91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1561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DAC1E-AB9A-F484-314A-D1D9E4DB1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CAF951-DC60-0EE0-CF66-11A58B3DA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2D8B-0154-624B-87BE-2D2C6B1BB449}" type="datetimeFigureOut">
              <a:rPr kumimoji="1" lang="ko-KR" altLang="en-US" smtClean="0"/>
              <a:t>2026. 8. 25.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B6CD-C576-32CF-14EF-1BEBA58D1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C2EFE9-ACC2-124D-10E3-C8FD8B20B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21EF6-467E-F243-ACA4-D7FDCE17D91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5265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064FBC-7AD9-A294-7851-AA628F5AF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2D8B-0154-624B-87BE-2D2C6B1BB449}" type="datetimeFigureOut">
              <a:rPr kumimoji="1" lang="ko-KR" altLang="en-US" smtClean="0"/>
              <a:t>2026. 8. 25.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38980D6-CE9F-B1C5-8DDF-C1F86BF58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DF9448-634C-398F-C121-088B431A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21EF6-467E-F243-ACA4-D7FDCE17D91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0688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56E467-5528-B001-5BDE-8A8A9EC5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4A7220-E175-2AEC-47DF-81A23D6F9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E4DEFC-497A-BE9C-F66F-70616AB40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3272CC-119D-4B19-3D3F-D25521D5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2D8B-0154-624B-87BE-2D2C6B1BB449}" type="datetimeFigureOut">
              <a:rPr kumimoji="1" lang="ko-KR" altLang="en-US" smtClean="0"/>
              <a:t>2026. 8. 25.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506C00-960F-8E16-A87D-7F4CE44D7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2E5E39-A0F4-68A6-7BA8-E3381F76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21EF6-467E-F243-ACA4-D7FDCE17D91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1134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234948-ECCD-092B-8DF5-055042C01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A0367D-A62F-DD55-9363-370E15FF44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669D7D-52C6-BDCA-A411-FE70FAAAF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73959C-E54B-B758-4D3A-90CA25FE1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2D8B-0154-624B-87BE-2D2C6B1BB449}" type="datetimeFigureOut">
              <a:rPr kumimoji="1" lang="ko-KR" altLang="en-US" smtClean="0"/>
              <a:t>2026. 8. 25.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044939-3B05-8687-747F-9DB4B6FA4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C28D10-9F7A-7A29-5758-33BFBDB37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21EF6-467E-F243-ACA4-D7FDCE17D91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90375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0EC2FC-3091-A2A1-AB1A-4C5F17633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5D5495-E042-0836-CFDA-4D7583A62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10E543-D0FC-E52F-E17D-BB1D0947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2D8B-0154-624B-87BE-2D2C6B1BB449}" type="datetimeFigureOut">
              <a:rPr kumimoji="1" lang="ko-KR" altLang="en-US" smtClean="0"/>
              <a:t>2026. 8. 25.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27937F-1C6F-0957-FD42-700710234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C394CA-92B8-6AD8-3ACF-2BD5D112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21EF6-467E-F243-ACA4-D7FDCE17D91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2785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81B35C-ACB6-F5F2-55FE-887A2578F9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EFA9B5-86D8-09D2-2F7A-391D74896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BFD023-9C96-029A-38CF-78E8F691B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2D8B-0154-624B-87BE-2D2C6B1BB449}" type="datetimeFigureOut">
              <a:rPr kumimoji="1" lang="ko-KR" altLang="en-US" smtClean="0"/>
              <a:t>2026. 8. 25.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0F0E8B-0A6C-1F2A-F322-870C3447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6818E4-4C14-1D98-DD8D-224C8465E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21EF6-467E-F243-ACA4-D7FDCE17D91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5486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380D9B-D4E8-492C-AAE9-F18B95D96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8084B3-3EB0-1960-07E6-99209A0B1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5FF289-B875-E6B9-CA8A-0A3EEB617B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22D8B-0154-624B-87BE-2D2C6B1BB449}" type="datetimeFigureOut">
              <a:rPr kumimoji="1" lang="ko-KR" altLang="en-US" smtClean="0"/>
              <a:t>2026. 8. 25.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CF0907-44A5-39A2-6DC3-683C3EE35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AE2A0D-6E89-E1F4-7AE6-9717E3079A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B21EF6-467E-F243-ACA4-D7FDCE17D91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90205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887BE2-D9CF-6378-A23B-2608EEF4A31F}"/>
              </a:ext>
            </a:extLst>
          </p:cNvPr>
          <p:cNvSpPr txBox="1"/>
          <p:nvPr/>
        </p:nvSpPr>
        <p:spPr>
          <a:xfrm>
            <a:off x="132522" y="1325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힙정렬연습문제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5B6601-FA76-A178-13F2-5E3E6EE99EF5}"/>
              </a:ext>
            </a:extLst>
          </p:cNvPr>
          <p:cNvSpPr txBox="1"/>
          <p:nvPr/>
        </p:nvSpPr>
        <p:spPr>
          <a:xfrm>
            <a:off x="132522" y="50185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6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FD97A3-3FEF-37A3-1344-2E1BDC0BB2D4}"/>
              </a:ext>
            </a:extLst>
          </p:cNvPr>
          <p:cNvSpPr txBox="1"/>
          <p:nvPr/>
        </p:nvSpPr>
        <p:spPr>
          <a:xfrm>
            <a:off x="5226246" y="657255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</a:t>
            </a:r>
            <a:r>
              <a:rPr kumimoji="1" lang="ko-KR" altLang="en-US" dirty="0"/>
              <a:t>단계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A2A6474-935D-3285-3A71-F86FAF44E20D}"/>
              </a:ext>
            </a:extLst>
          </p:cNvPr>
          <p:cNvSpPr/>
          <p:nvPr/>
        </p:nvSpPr>
        <p:spPr>
          <a:xfrm>
            <a:off x="5411244" y="1515648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139DEA8-E102-C98E-9EAD-0A61FB97CA3B}"/>
              </a:ext>
            </a:extLst>
          </p:cNvPr>
          <p:cNvSpPr/>
          <p:nvPr/>
        </p:nvSpPr>
        <p:spPr>
          <a:xfrm>
            <a:off x="3396641" y="2407084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4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DBD32B5-38EC-B320-0BBD-CDA6506ABEBC}"/>
              </a:ext>
            </a:extLst>
          </p:cNvPr>
          <p:cNvSpPr/>
          <p:nvPr/>
        </p:nvSpPr>
        <p:spPr>
          <a:xfrm>
            <a:off x="7492651" y="2407084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5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F947F5C-DBF5-17CF-EED0-62157568551D}"/>
              </a:ext>
            </a:extLst>
          </p:cNvPr>
          <p:cNvSpPr/>
          <p:nvPr/>
        </p:nvSpPr>
        <p:spPr>
          <a:xfrm>
            <a:off x="2367641" y="3159690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7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7905E0D-D72F-7471-2C79-671079D49BCE}"/>
              </a:ext>
            </a:extLst>
          </p:cNvPr>
          <p:cNvSpPr/>
          <p:nvPr/>
        </p:nvSpPr>
        <p:spPr>
          <a:xfrm>
            <a:off x="4452739" y="3159690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3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416D194-66E7-A079-4461-8D4BD8D05B48}"/>
              </a:ext>
            </a:extLst>
          </p:cNvPr>
          <p:cNvSpPr/>
          <p:nvPr/>
        </p:nvSpPr>
        <p:spPr>
          <a:xfrm>
            <a:off x="6480353" y="3159690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E7D8C83-DB2D-564C-0A2E-6F40EFE6E242}"/>
              </a:ext>
            </a:extLst>
          </p:cNvPr>
          <p:cNvSpPr/>
          <p:nvPr/>
        </p:nvSpPr>
        <p:spPr>
          <a:xfrm>
            <a:off x="8565451" y="3159690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8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FAB83F9-BA6A-1B0D-0E10-69C398C94AF5}"/>
              </a:ext>
            </a:extLst>
          </p:cNvPr>
          <p:cNvSpPr/>
          <p:nvPr/>
        </p:nvSpPr>
        <p:spPr>
          <a:xfrm>
            <a:off x="1663015" y="4062610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1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F3A247B-8A4D-4832-BC0F-F9598140B769}"/>
              </a:ext>
            </a:extLst>
          </p:cNvPr>
          <p:cNvSpPr/>
          <p:nvPr/>
        </p:nvSpPr>
        <p:spPr>
          <a:xfrm>
            <a:off x="3088241" y="4062610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9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185E635-D689-03B6-CC8E-7EF416660452}"/>
              </a:ext>
            </a:extLst>
          </p:cNvPr>
          <p:cNvSpPr/>
          <p:nvPr/>
        </p:nvSpPr>
        <p:spPr>
          <a:xfrm>
            <a:off x="3808841" y="4062610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6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D203C3-DC03-5FA1-43A8-A633046D3218}"/>
              </a:ext>
            </a:extLst>
          </p:cNvPr>
          <p:cNvSpPr txBox="1"/>
          <p:nvPr/>
        </p:nvSpPr>
        <p:spPr>
          <a:xfrm>
            <a:off x="6531383" y="324433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10</a:t>
            </a:r>
            <a:endParaRPr kumimoji="1" lang="ko-KR" altLang="en-US" dirty="0"/>
          </a:p>
        </p:txBody>
      </p: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0AF0FA2B-F14F-735A-9694-0E81B0745EC5}"/>
              </a:ext>
            </a:extLst>
          </p:cNvPr>
          <p:cNvCxnSpPr>
            <a:stCxn id="5" idx="2"/>
            <a:endCxn id="6" idx="7"/>
          </p:cNvCxnSpPr>
          <p:nvPr/>
        </p:nvCxnSpPr>
        <p:spPr>
          <a:xfrm flipH="1">
            <a:off x="3857560" y="1784958"/>
            <a:ext cx="1553684" cy="7010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B0B85396-7F7D-C665-A4B5-1470E39E17FC}"/>
              </a:ext>
            </a:extLst>
          </p:cNvPr>
          <p:cNvCxnSpPr>
            <a:stCxn id="5" idx="6"/>
            <a:endCxn id="7" idx="1"/>
          </p:cNvCxnSpPr>
          <p:nvPr/>
        </p:nvCxnSpPr>
        <p:spPr>
          <a:xfrm>
            <a:off x="5951244" y="1784958"/>
            <a:ext cx="1620488" cy="7010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id="{66E28AB0-705F-D4C9-5879-1ABA12C022EB}"/>
              </a:ext>
            </a:extLst>
          </p:cNvPr>
          <p:cNvCxnSpPr>
            <a:cxnSpLocks/>
            <a:stCxn id="6" idx="3"/>
            <a:endCxn id="8" idx="7"/>
          </p:cNvCxnSpPr>
          <p:nvPr/>
        </p:nvCxnSpPr>
        <p:spPr>
          <a:xfrm flipH="1">
            <a:off x="2828560" y="2866825"/>
            <a:ext cx="647162" cy="3717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94F06FB5-9948-DC1C-A922-4DBBEF0ADFED}"/>
              </a:ext>
            </a:extLst>
          </p:cNvPr>
          <p:cNvCxnSpPr>
            <a:stCxn id="6" idx="5"/>
            <a:endCxn id="9" idx="1"/>
          </p:cNvCxnSpPr>
          <p:nvPr/>
        </p:nvCxnSpPr>
        <p:spPr>
          <a:xfrm>
            <a:off x="3857560" y="2866825"/>
            <a:ext cx="674260" cy="3717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9DFEDDFE-8C89-3644-271B-3C47F3FF263D}"/>
              </a:ext>
            </a:extLst>
          </p:cNvPr>
          <p:cNvCxnSpPr>
            <a:stCxn id="8" idx="3"/>
            <a:endCxn id="12" idx="7"/>
          </p:cNvCxnSpPr>
          <p:nvPr/>
        </p:nvCxnSpPr>
        <p:spPr>
          <a:xfrm flipH="1">
            <a:off x="2123934" y="3619431"/>
            <a:ext cx="322788" cy="522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[R] 31">
            <a:extLst>
              <a:ext uri="{FF2B5EF4-FFF2-40B4-BE49-F238E27FC236}">
                <a16:creationId xmlns:a16="http://schemas.microsoft.com/office/drawing/2014/main" id="{077A7C5C-1F9E-0442-05D6-2A084985481A}"/>
              </a:ext>
            </a:extLst>
          </p:cNvPr>
          <p:cNvCxnSpPr>
            <a:stCxn id="8" idx="5"/>
            <a:endCxn id="13" idx="1"/>
          </p:cNvCxnSpPr>
          <p:nvPr/>
        </p:nvCxnSpPr>
        <p:spPr>
          <a:xfrm>
            <a:off x="2828560" y="3619431"/>
            <a:ext cx="338762" cy="522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[R] 33">
            <a:extLst>
              <a:ext uri="{FF2B5EF4-FFF2-40B4-BE49-F238E27FC236}">
                <a16:creationId xmlns:a16="http://schemas.microsoft.com/office/drawing/2014/main" id="{D843E3CA-7511-D657-909F-27C41B43707F}"/>
              </a:ext>
            </a:extLst>
          </p:cNvPr>
          <p:cNvCxnSpPr>
            <a:stCxn id="9" idx="3"/>
            <a:endCxn id="14" idx="7"/>
          </p:cNvCxnSpPr>
          <p:nvPr/>
        </p:nvCxnSpPr>
        <p:spPr>
          <a:xfrm flipH="1">
            <a:off x="4269760" y="3619431"/>
            <a:ext cx="262060" cy="522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BFDCEBAB-3E6F-AC80-82F6-B7590680CB16}"/>
              </a:ext>
            </a:extLst>
          </p:cNvPr>
          <p:cNvCxnSpPr>
            <a:stCxn id="7" idx="3"/>
            <a:endCxn id="10" idx="7"/>
          </p:cNvCxnSpPr>
          <p:nvPr/>
        </p:nvCxnSpPr>
        <p:spPr>
          <a:xfrm flipH="1">
            <a:off x="6941272" y="2866825"/>
            <a:ext cx="630460" cy="3717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[R] 38">
            <a:extLst>
              <a:ext uri="{FF2B5EF4-FFF2-40B4-BE49-F238E27FC236}">
                <a16:creationId xmlns:a16="http://schemas.microsoft.com/office/drawing/2014/main" id="{795BA1CA-CFC2-8934-A7C8-B2CC2EBD86FF}"/>
              </a:ext>
            </a:extLst>
          </p:cNvPr>
          <p:cNvCxnSpPr>
            <a:stCxn id="7" idx="5"/>
            <a:endCxn id="11" idx="1"/>
          </p:cNvCxnSpPr>
          <p:nvPr/>
        </p:nvCxnSpPr>
        <p:spPr>
          <a:xfrm>
            <a:off x="7953570" y="2866825"/>
            <a:ext cx="690962" cy="3717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950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0C9FC-12A5-304B-1DE4-F05F0A75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타원 104">
            <a:extLst>
              <a:ext uri="{FF2B5EF4-FFF2-40B4-BE49-F238E27FC236}">
                <a16:creationId xmlns:a16="http://schemas.microsoft.com/office/drawing/2014/main" id="{E85AC44E-A6D0-01BB-E7E4-E1D24B25A8E7}"/>
              </a:ext>
            </a:extLst>
          </p:cNvPr>
          <p:cNvSpPr/>
          <p:nvPr/>
        </p:nvSpPr>
        <p:spPr>
          <a:xfrm rot="1355844">
            <a:off x="2421948" y="3470761"/>
            <a:ext cx="847400" cy="21330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54381E-447A-47E8-31F4-03FB10DC17CA}"/>
              </a:ext>
            </a:extLst>
          </p:cNvPr>
          <p:cNvSpPr txBox="1"/>
          <p:nvPr/>
        </p:nvSpPr>
        <p:spPr>
          <a:xfrm>
            <a:off x="132522" y="1325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힙정렬연습문제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C22A59-2187-1117-3F9E-63B97D15EDF8}"/>
              </a:ext>
            </a:extLst>
          </p:cNvPr>
          <p:cNvSpPr txBox="1"/>
          <p:nvPr/>
        </p:nvSpPr>
        <p:spPr>
          <a:xfrm>
            <a:off x="132522" y="50185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6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FB34BE-F706-600C-02DB-C8F271675AFB}"/>
              </a:ext>
            </a:extLst>
          </p:cNvPr>
          <p:cNvSpPr txBox="1"/>
          <p:nvPr/>
        </p:nvSpPr>
        <p:spPr>
          <a:xfrm>
            <a:off x="5456896" y="68652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</a:t>
            </a:r>
            <a:r>
              <a:rPr kumimoji="1" lang="ko-KR" altLang="en-US" dirty="0"/>
              <a:t>단계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FFD32A83-B8A8-979B-093A-C227C66FF971}"/>
              </a:ext>
            </a:extLst>
          </p:cNvPr>
          <p:cNvGrpSpPr/>
          <p:nvPr/>
        </p:nvGrpSpPr>
        <p:grpSpPr>
          <a:xfrm>
            <a:off x="358385" y="2161554"/>
            <a:ext cx="5098511" cy="3096482"/>
            <a:chOff x="1807367" y="1873456"/>
            <a:chExt cx="5098511" cy="309648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F18427A-0A97-2F06-F5E3-76643DEFE6A8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2192CF40-ECC8-1600-F291-C814FD36A59A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C0100615-9CE1-69DD-4666-F7AD4B2CCBCB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018832C0-020B-87F8-31E3-D43746EA7DB0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7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EA4C5A20-55D3-B782-63EF-B1B39D1DDF11}"/>
                </a:ext>
              </a:extLst>
            </p:cNvPr>
            <p:cNvSpPr/>
            <p:nvPr/>
          </p:nvSpPr>
          <p:spPr>
            <a:xfrm>
              <a:off x="4180599" y="35283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70C48C2D-45C7-985D-0FD2-F47F50845DE3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5895CAF-380C-4B1C-E0DC-98AC6F128D0F}"/>
                </a:ext>
              </a:extLst>
            </p:cNvPr>
            <p:cNvSpPr/>
            <p:nvPr/>
          </p:nvSpPr>
          <p:spPr>
            <a:xfrm>
              <a:off x="6365878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8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E50F794D-9FE1-927B-6AB3-1E8661E1307F}"/>
                </a:ext>
              </a:extLst>
            </p:cNvPr>
            <p:cNvSpPr/>
            <p:nvPr/>
          </p:nvSpPr>
          <p:spPr>
            <a:xfrm>
              <a:off x="1807367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128A9AD-125B-3D7B-4330-EDFE0D63D278}"/>
                </a:ext>
              </a:extLst>
            </p:cNvPr>
            <p:cNvSpPr/>
            <p:nvPr/>
          </p:nvSpPr>
          <p:spPr>
            <a:xfrm>
              <a:off x="3093186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9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796A3400-AC8B-81D4-0411-9BC60777144C}"/>
                </a:ext>
              </a:extLst>
            </p:cNvPr>
            <p:cNvSpPr/>
            <p:nvPr/>
          </p:nvSpPr>
          <p:spPr>
            <a:xfrm>
              <a:off x="3863922" y="443131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6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2C99F45-37FB-5CA0-067C-AA776097B155}"/>
                </a:ext>
              </a:extLst>
            </p:cNvPr>
            <p:cNvSpPr txBox="1"/>
            <p:nvPr/>
          </p:nvSpPr>
          <p:spPr>
            <a:xfrm>
              <a:off x="5277276" y="3602142"/>
              <a:ext cx="437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10</a:t>
              </a:r>
              <a:endParaRPr kumimoji="1" lang="ko-KR" altLang="en-US" dirty="0"/>
            </a:p>
          </p:txBody>
        </p: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1997F37E-A96B-1C22-0857-0E6C28E69886}"/>
                </a:ext>
              </a:extLst>
            </p:cNvPr>
            <p:cNvCxnSpPr>
              <a:stCxn id="5" idx="2"/>
              <a:endCxn id="6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[R] 22">
              <a:extLst>
                <a:ext uri="{FF2B5EF4-FFF2-40B4-BE49-F238E27FC236}">
                  <a16:creationId xmlns:a16="http://schemas.microsoft.com/office/drawing/2014/main" id="{CE8B42D1-0544-A30E-4126-B077A77DAE91}"/>
                </a:ext>
              </a:extLst>
            </p:cNvPr>
            <p:cNvCxnSpPr>
              <a:stCxn id="5" idx="6"/>
              <a:endCxn id="7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4B53EEDB-6C84-55C3-00E4-86F0FEDD05D8}"/>
                </a:ext>
              </a:extLst>
            </p:cNvPr>
            <p:cNvCxnSpPr>
              <a:cxnSpLocks/>
              <a:stCxn id="6" idx="3"/>
              <a:endCxn id="8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25D991DA-6158-4537-0249-311F7A792328}"/>
                </a:ext>
              </a:extLst>
            </p:cNvPr>
            <p:cNvCxnSpPr>
              <a:stCxn id="6" idx="5"/>
              <a:endCxn id="9" idx="1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[R] 29">
              <a:extLst>
                <a:ext uri="{FF2B5EF4-FFF2-40B4-BE49-F238E27FC236}">
                  <a16:creationId xmlns:a16="http://schemas.microsoft.com/office/drawing/2014/main" id="{86D8147A-2874-6680-F8BD-A5E3BA8E0137}"/>
                </a:ext>
              </a:extLst>
            </p:cNvPr>
            <p:cNvCxnSpPr>
              <a:cxnSpLocks/>
              <a:stCxn id="8" idx="3"/>
              <a:endCxn id="12" idx="0"/>
            </p:cNvCxnSpPr>
            <p:nvPr/>
          </p:nvCxnSpPr>
          <p:spPr>
            <a:xfrm flipH="1">
              <a:off x="2077367" y="3988139"/>
              <a:ext cx="447537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[R] 31">
              <a:extLst>
                <a:ext uri="{FF2B5EF4-FFF2-40B4-BE49-F238E27FC236}">
                  <a16:creationId xmlns:a16="http://schemas.microsoft.com/office/drawing/2014/main" id="{CE819EB4-B66B-DFED-90A1-0AA1640F522C}"/>
                </a:ext>
              </a:extLst>
            </p:cNvPr>
            <p:cNvCxnSpPr>
              <a:cxnSpLocks/>
              <a:stCxn id="8" idx="5"/>
              <a:endCxn id="13" idx="0"/>
            </p:cNvCxnSpPr>
            <p:nvPr/>
          </p:nvCxnSpPr>
          <p:spPr>
            <a:xfrm>
              <a:off x="2906742" y="3988139"/>
              <a:ext cx="456444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[R] 33">
              <a:extLst>
                <a:ext uri="{FF2B5EF4-FFF2-40B4-BE49-F238E27FC236}">
                  <a16:creationId xmlns:a16="http://schemas.microsoft.com/office/drawing/2014/main" id="{766089E3-ACA9-23BB-E163-377018CF0704}"/>
                </a:ext>
              </a:extLst>
            </p:cNvPr>
            <p:cNvCxnSpPr>
              <a:cxnSpLocks/>
              <a:stCxn id="9" idx="4"/>
              <a:endCxn id="14" idx="0"/>
            </p:cNvCxnSpPr>
            <p:nvPr/>
          </p:nvCxnSpPr>
          <p:spPr>
            <a:xfrm flipH="1">
              <a:off x="4133922" y="4067018"/>
              <a:ext cx="316677" cy="3643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[R] 36">
              <a:extLst>
                <a:ext uri="{FF2B5EF4-FFF2-40B4-BE49-F238E27FC236}">
                  <a16:creationId xmlns:a16="http://schemas.microsoft.com/office/drawing/2014/main" id="{2D27FB15-6A72-EBE6-9CBF-6C31316733FC}"/>
                </a:ext>
              </a:extLst>
            </p:cNvPr>
            <p:cNvCxnSpPr>
              <a:cxnSpLocks/>
              <a:stCxn id="7" idx="3"/>
              <a:endCxn id="10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[R] 38">
              <a:extLst>
                <a:ext uri="{FF2B5EF4-FFF2-40B4-BE49-F238E27FC236}">
                  <a16:creationId xmlns:a16="http://schemas.microsoft.com/office/drawing/2014/main" id="{D7FFA327-A0BD-05A1-D3CC-F121DFD96E7A}"/>
                </a:ext>
              </a:extLst>
            </p:cNvPr>
            <p:cNvCxnSpPr>
              <a:stCxn id="7" idx="5"/>
              <a:endCxn id="11" idx="1"/>
            </p:cNvCxnSpPr>
            <p:nvPr/>
          </p:nvCxnSpPr>
          <p:spPr>
            <a:xfrm>
              <a:off x="6241892" y="3224633"/>
              <a:ext cx="203067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0DDBC236-0F19-6571-6CD3-88DBFC068F66}"/>
              </a:ext>
            </a:extLst>
          </p:cNvPr>
          <p:cNvGrpSpPr/>
          <p:nvPr/>
        </p:nvGrpSpPr>
        <p:grpSpPr>
          <a:xfrm>
            <a:off x="6328123" y="2161554"/>
            <a:ext cx="5098511" cy="3096482"/>
            <a:chOff x="1807367" y="1873456"/>
            <a:chExt cx="5098511" cy="3096482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DA51BCC4-1887-9983-3D8F-E0E7A28C119E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AECDBB15-42BE-83AF-A1D0-B18DF152C24C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192A5980-ACA9-348D-E38B-A875C8F4AB21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B2371D6B-8AE9-ADE3-7C48-6290753537D2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7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081BB56A-1CF1-6352-B7F5-012BFFC54B44}"/>
                </a:ext>
              </a:extLst>
            </p:cNvPr>
            <p:cNvSpPr/>
            <p:nvPr/>
          </p:nvSpPr>
          <p:spPr>
            <a:xfrm>
              <a:off x="4180599" y="35283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6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DC137DF9-6DD7-B5D8-73DD-C5C87B85161E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9CAD45C1-74A5-C70B-18A5-FA7D8F3FA6F3}"/>
                </a:ext>
              </a:extLst>
            </p:cNvPr>
            <p:cNvSpPr/>
            <p:nvPr/>
          </p:nvSpPr>
          <p:spPr>
            <a:xfrm>
              <a:off x="6365878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8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F2205656-A50E-91D6-C393-78D523EA11F9}"/>
                </a:ext>
              </a:extLst>
            </p:cNvPr>
            <p:cNvSpPr/>
            <p:nvPr/>
          </p:nvSpPr>
          <p:spPr>
            <a:xfrm>
              <a:off x="1807367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91A06BF7-4879-259D-6EDB-06FA443F5870}"/>
                </a:ext>
              </a:extLst>
            </p:cNvPr>
            <p:cNvSpPr/>
            <p:nvPr/>
          </p:nvSpPr>
          <p:spPr>
            <a:xfrm>
              <a:off x="3093186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9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BFF8F1A7-9C70-0BFE-3537-8A6CE168996E}"/>
                </a:ext>
              </a:extLst>
            </p:cNvPr>
            <p:cNvSpPr/>
            <p:nvPr/>
          </p:nvSpPr>
          <p:spPr>
            <a:xfrm>
              <a:off x="3863922" y="443131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C0F22CD-339C-BEBD-27D2-F8568C111F99}"/>
                </a:ext>
              </a:extLst>
            </p:cNvPr>
            <p:cNvSpPr txBox="1"/>
            <p:nvPr/>
          </p:nvSpPr>
          <p:spPr>
            <a:xfrm>
              <a:off x="5277276" y="3602142"/>
              <a:ext cx="437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10</a:t>
              </a:r>
              <a:endParaRPr kumimoji="1" lang="ko-KR" altLang="en-US" dirty="0"/>
            </a:p>
          </p:txBody>
        </p:sp>
        <p:cxnSp>
          <p:nvCxnSpPr>
            <p:cNvPr id="93" name="직선 연결선[R] 92">
              <a:extLst>
                <a:ext uri="{FF2B5EF4-FFF2-40B4-BE49-F238E27FC236}">
                  <a16:creationId xmlns:a16="http://schemas.microsoft.com/office/drawing/2014/main" id="{E64DA459-090F-DD1C-0E3A-A0F27C559028}"/>
                </a:ext>
              </a:extLst>
            </p:cNvPr>
            <p:cNvCxnSpPr>
              <a:stCxn id="82" idx="2"/>
              <a:endCxn id="83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[R] 93">
              <a:extLst>
                <a:ext uri="{FF2B5EF4-FFF2-40B4-BE49-F238E27FC236}">
                  <a16:creationId xmlns:a16="http://schemas.microsoft.com/office/drawing/2014/main" id="{3688A5EA-5E45-2BBC-9943-2625C0173751}"/>
                </a:ext>
              </a:extLst>
            </p:cNvPr>
            <p:cNvCxnSpPr>
              <a:stCxn id="82" idx="6"/>
              <a:endCxn id="84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[R] 94">
              <a:extLst>
                <a:ext uri="{FF2B5EF4-FFF2-40B4-BE49-F238E27FC236}">
                  <a16:creationId xmlns:a16="http://schemas.microsoft.com/office/drawing/2014/main" id="{BDC16508-77DE-8675-0946-51CB27B884D5}"/>
                </a:ext>
              </a:extLst>
            </p:cNvPr>
            <p:cNvCxnSpPr>
              <a:cxnSpLocks/>
              <a:stCxn id="83" idx="3"/>
              <a:endCxn id="85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[R] 95">
              <a:extLst>
                <a:ext uri="{FF2B5EF4-FFF2-40B4-BE49-F238E27FC236}">
                  <a16:creationId xmlns:a16="http://schemas.microsoft.com/office/drawing/2014/main" id="{04B08187-07F6-B634-DAE3-5B2293E1A710}"/>
                </a:ext>
              </a:extLst>
            </p:cNvPr>
            <p:cNvCxnSpPr>
              <a:stCxn id="83" idx="5"/>
              <a:endCxn id="86" idx="1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[R] 96">
              <a:extLst>
                <a:ext uri="{FF2B5EF4-FFF2-40B4-BE49-F238E27FC236}">
                  <a16:creationId xmlns:a16="http://schemas.microsoft.com/office/drawing/2014/main" id="{44246614-9D8D-4F6F-807F-588EAC8EF9D9}"/>
                </a:ext>
              </a:extLst>
            </p:cNvPr>
            <p:cNvCxnSpPr>
              <a:cxnSpLocks/>
              <a:stCxn id="85" idx="3"/>
              <a:endCxn id="89" idx="0"/>
            </p:cNvCxnSpPr>
            <p:nvPr/>
          </p:nvCxnSpPr>
          <p:spPr>
            <a:xfrm flipH="1">
              <a:off x="2077367" y="3988139"/>
              <a:ext cx="447537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[R] 97">
              <a:extLst>
                <a:ext uri="{FF2B5EF4-FFF2-40B4-BE49-F238E27FC236}">
                  <a16:creationId xmlns:a16="http://schemas.microsoft.com/office/drawing/2014/main" id="{64C97ECB-E694-FC78-1908-99F1D791D659}"/>
                </a:ext>
              </a:extLst>
            </p:cNvPr>
            <p:cNvCxnSpPr>
              <a:cxnSpLocks/>
              <a:stCxn id="85" idx="5"/>
              <a:endCxn id="90" idx="0"/>
            </p:cNvCxnSpPr>
            <p:nvPr/>
          </p:nvCxnSpPr>
          <p:spPr>
            <a:xfrm>
              <a:off x="2906742" y="3988139"/>
              <a:ext cx="456444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[R] 98">
              <a:extLst>
                <a:ext uri="{FF2B5EF4-FFF2-40B4-BE49-F238E27FC236}">
                  <a16:creationId xmlns:a16="http://schemas.microsoft.com/office/drawing/2014/main" id="{2A14DBAB-7328-B3DA-9626-5FA8570C20C5}"/>
                </a:ext>
              </a:extLst>
            </p:cNvPr>
            <p:cNvCxnSpPr>
              <a:cxnSpLocks/>
              <a:stCxn id="86" idx="4"/>
              <a:endCxn id="91" idx="0"/>
            </p:cNvCxnSpPr>
            <p:nvPr/>
          </p:nvCxnSpPr>
          <p:spPr>
            <a:xfrm flipH="1">
              <a:off x="4133922" y="4067018"/>
              <a:ext cx="316677" cy="3643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[R] 99">
              <a:extLst>
                <a:ext uri="{FF2B5EF4-FFF2-40B4-BE49-F238E27FC236}">
                  <a16:creationId xmlns:a16="http://schemas.microsoft.com/office/drawing/2014/main" id="{A29DD05E-032B-4C88-C010-34509B3E2D9B}"/>
                </a:ext>
              </a:extLst>
            </p:cNvPr>
            <p:cNvCxnSpPr>
              <a:cxnSpLocks/>
              <a:stCxn id="84" idx="3"/>
              <a:endCxn id="87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[R] 100">
              <a:extLst>
                <a:ext uri="{FF2B5EF4-FFF2-40B4-BE49-F238E27FC236}">
                  <a16:creationId xmlns:a16="http://schemas.microsoft.com/office/drawing/2014/main" id="{87BF6D98-59FE-2956-221C-176AB7A4CDB6}"/>
                </a:ext>
              </a:extLst>
            </p:cNvPr>
            <p:cNvCxnSpPr>
              <a:stCxn id="84" idx="5"/>
              <a:endCxn id="88" idx="1"/>
            </p:cNvCxnSpPr>
            <p:nvPr/>
          </p:nvCxnSpPr>
          <p:spPr>
            <a:xfrm>
              <a:off x="6241892" y="3224633"/>
              <a:ext cx="203067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오른쪽 화살표[R] 105">
            <a:extLst>
              <a:ext uri="{FF2B5EF4-FFF2-40B4-BE49-F238E27FC236}">
                <a16:creationId xmlns:a16="http://schemas.microsoft.com/office/drawing/2014/main" id="{F3C0D546-289E-0692-3332-D28833EF9399}"/>
              </a:ext>
            </a:extLst>
          </p:cNvPr>
          <p:cNvSpPr/>
          <p:nvPr/>
        </p:nvSpPr>
        <p:spPr>
          <a:xfrm>
            <a:off x="5616029" y="3269289"/>
            <a:ext cx="715393" cy="24344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4158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8DCF1-D02C-8536-D93E-9444FC5D1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타원 14">
            <a:extLst>
              <a:ext uri="{FF2B5EF4-FFF2-40B4-BE49-F238E27FC236}">
                <a16:creationId xmlns:a16="http://schemas.microsoft.com/office/drawing/2014/main" id="{F6CEFB79-5532-32D9-7C2D-E4CF7E008848}"/>
              </a:ext>
            </a:extLst>
          </p:cNvPr>
          <p:cNvSpPr/>
          <p:nvPr/>
        </p:nvSpPr>
        <p:spPr>
          <a:xfrm rot="19226755">
            <a:off x="1167487" y="3470761"/>
            <a:ext cx="847400" cy="21330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ADF30F-3A1F-4C78-DF44-79E74FF3E4F8}"/>
              </a:ext>
            </a:extLst>
          </p:cNvPr>
          <p:cNvSpPr txBox="1"/>
          <p:nvPr/>
        </p:nvSpPr>
        <p:spPr>
          <a:xfrm>
            <a:off x="132522" y="1325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힙정렬연습문제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2AF4A6-5C22-6CFC-9EBA-18BDF0BF533C}"/>
              </a:ext>
            </a:extLst>
          </p:cNvPr>
          <p:cNvSpPr txBox="1"/>
          <p:nvPr/>
        </p:nvSpPr>
        <p:spPr>
          <a:xfrm>
            <a:off x="132522" y="50185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6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0B547-BA64-0343-0701-CFC5E60FD661}"/>
              </a:ext>
            </a:extLst>
          </p:cNvPr>
          <p:cNvSpPr txBox="1"/>
          <p:nvPr/>
        </p:nvSpPr>
        <p:spPr>
          <a:xfrm>
            <a:off x="5456896" y="68652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</a:t>
            </a:r>
            <a:r>
              <a:rPr kumimoji="1" lang="ko-KR" altLang="en-US" dirty="0"/>
              <a:t>단계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13E2070B-515A-3D32-5628-E35983141BEE}"/>
              </a:ext>
            </a:extLst>
          </p:cNvPr>
          <p:cNvGrpSpPr/>
          <p:nvPr/>
        </p:nvGrpSpPr>
        <p:grpSpPr>
          <a:xfrm>
            <a:off x="358385" y="2161554"/>
            <a:ext cx="5098511" cy="3096482"/>
            <a:chOff x="1807367" y="1873456"/>
            <a:chExt cx="5098511" cy="309648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88E3C5C6-F273-611F-0DDB-7094F2BF7A6E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05B82EC3-7F10-9DD6-6335-4E33EFE58152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BAC535C5-8276-E75F-9DF6-66128400A1E1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8D71FBDF-2AA0-88E3-9C32-AC9E8FDCB82E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7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E714C3BA-FAEE-7A48-DB28-B171C518D03A}"/>
                </a:ext>
              </a:extLst>
            </p:cNvPr>
            <p:cNvSpPr/>
            <p:nvPr/>
          </p:nvSpPr>
          <p:spPr>
            <a:xfrm>
              <a:off x="4180599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6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E874318-C20E-8C2F-EFD5-136E9041DFEB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75967F10-0635-EDD3-7FAE-620D10709C8B}"/>
                </a:ext>
              </a:extLst>
            </p:cNvPr>
            <p:cNvSpPr/>
            <p:nvPr/>
          </p:nvSpPr>
          <p:spPr>
            <a:xfrm>
              <a:off x="6365878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8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EEB8242A-5589-832D-3BC4-97EE93F56468}"/>
                </a:ext>
              </a:extLst>
            </p:cNvPr>
            <p:cNvSpPr/>
            <p:nvPr/>
          </p:nvSpPr>
          <p:spPr>
            <a:xfrm>
              <a:off x="1807367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993DE668-01B1-5F97-E043-C958602B8DC6}"/>
                </a:ext>
              </a:extLst>
            </p:cNvPr>
            <p:cNvSpPr/>
            <p:nvPr/>
          </p:nvSpPr>
          <p:spPr>
            <a:xfrm>
              <a:off x="3093186" y="443131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9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15889F3-8CF6-0C91-6C7B-F5E829092B4A}"/>
                </a:ext>
              </a:extLst>
            </p:cNvPr>
            <p:cNvSpPr/>
            <p:nvPr/>
          </p:nvSpPr>
          <p:spPr>
            <a:xfrm>
              <a:off x="3863922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5B174D1-6859-00EB-4321-0D0F9C29364F}"/>
                </a:ext>
              </a:extLst>
            </p:cNvPr>
            <p:cNvSpPr txBox="1"/>
            <p:nvPr/>
          </p:nvSpPr>
          <p:spPr>
            <a:xfrm>
              <a:off x="5277276" y="3602142"/>
              <a:ext cx="437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10</a:t>
              </a:r>
              <a:endParaRPr kumimoji="1" lang="ko-KR" altLang="en-US" dirty="0"/>
            </a:p>
          </p:txBody>
        </p: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9C0FA6DF-29F2-7A5A-A252-088BCBA6ECFD}"/>
                </a:ext>
              </a:extLst>
            </p:cNvPr>
            <p:cNvCxnSpPr>
              <a:stCxn id="5" idx="2"/>
              <a:endCxn id="6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[R] 22">
              <a:extLst>
                <a:ext uri="{FF2B5EF4-FFF2-40B4-BE49-F238E27FC236}">
                  <a16:creationId xmlns:a16="http://schemas.microsoft.com/office/drawing/2014/main" id="{97EE8148-2BD7-59F9-E11A-3BD0B6033FE7}"/>
                </a:ext>
              </a:extLst>
            </p:cNvPr>
            <p:cNvCxnSpPr>
              <a:stCxn id="5" idx="6"/>
              <a:endCxn id="7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20FA5E1C-1088-793D-7289-98BCB8C9FD14}"/>
                </a:ext>
              </a:extLst>
            </p:cNvPr>
            <p:cNvCxnSpPr>
              <a:cxnSpLocks/>
              <a:stCxn id="6" idx="3"/>
              <a:endCxn id="8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14A0F153-DE32-D719-CF36-035A3AF4D15F}"/>
                </a:ext>
              </a:extLst>
            </p:cNvPr>
            <p:cNvCxnSpPr>
              <a:stCxn id="6" idx="5"/>
              <a:endCxn id="9" idx="1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[R] 29">
              <a:extLst>
                <a:ext uri="{FF2B5EF4-FFF2-40B4-BE49-F238E27FC236}">
                  <a16:creationId xmlns:a16="http://schemas.microsoft.com/office/drawing/2014/main" id="{2125C92D-1DA5-9658-C6EE-5DECDD60A3CC}"/>
                </a:ext>
              </a:extLst>
            </p:cNvPr>
            <p:cNvCxnSpPr>
              <a:cxnSpLocks/>
              <a:stCxn id="8" idx="3"/>
              <a:endCxn id="12" idx="0"/>
            </p:cNvCxnSpPr>
            <p:nvPr/>
          </p:nvCxnSpPr>
          <p:spPr>
            <a:xfrm flipH="1">
              <a:off x="2077367" y="3988139"/>
              <a:ext cx="447537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[R] 31">
              <a:extLst>
                <a:ext uri="{FF2B5EF4-FFF2-40B4-BE49-F238E27FC236}">
                  <a16:creationId xmlns:a16="http://schemas.microsoft.com/office/drawing/2014/main" id="{B7A183C7-41A0-EE7B-08A5-58DE2F37A95D}"/>
                </a:ext>
              </a:extLst>
            </p:cNvPr>
            <p:cNvCxnSpPr>
              <a:cxnSpLocks/>
              <a:stCxn id="8" idx="5"/>
              <a:endCxn id="13" idx="0"/>
            </p:cNvCxnSpPr>
            <p:nvPr/>
          </p:nvCxnSpPr>
          <p:spPr>
            <a:xfrm>
              <a:off x="2906742" y="3988139"/>
              <a:ext cx="456444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[R] 33">
              <a:extLst>
                <a:ext uri="{FF2B5EF4-FFF2-40B4-BE49-F238E27FC236}">
                  <a16:creationId xmlns:a16="http://schemas.microsoft.com/office/drawing/2014/main" id="{F8B2795D-B01C-C2FA-7262-8AF7E95A3F4E}"/>
                </a:ext>
              </a:extLst>
            </p:cNvPr>
            <p:cNvCxnSpPr>
              <a:cxnSpLocks/>
              <a:stCxn id="9" idx="4"/>
              <a:endCxn id="14" idx="0"/>
            </p:cNvCxnSpPr>
            <p:nvPr/>
          </p:nvCxnSpPr>
          <p:spPr>
            <a:xfrm flipH="1">
              <a:off x="4133922" y="4067018"/>
              <a:ext cx="316677" cy="3643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[R] 36">
              <a:extLst>
                <a:ext uri="{FF2B5EF4-FFF2-40B4-BE49-F238E27FC236}">
                  <a16:creationId xmlns:a16="http://schemas.microsoft.com/office/drawing/2014/main" id="{94210D73-FEB2-08FC-F17B-CF0147B51C76}"/>
                </a:ext>
              </a:extLst>
            </p:cNvPr>
            <p:cNvCxnSpPr>
              <a:cxnSpLocks/>
              <a:stCxn id="7" idx="3"/>
              <a:endCxn id="10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[R] 38">
              <a:extLst>
                <a:ext uri="{FF2B5EF4-FFF2-40B4-BE49-F238E27FC236}">
                  <a16:creationId xmlns:a16="http://schemas.microsoft.com/office/drawing/2014/main" id="{AA567D95-F53C-50D7-F353-F70B32F9C976}"/>
                </a:ext>
              </a:extLst>
            </p:cNvPr>
            <p:cNvCxnSpPr>
              <a:stCxn id="7" idx="5"/>
              <a:endCxn id="11" idx="1"/>
            </p:cNvCxnSpPr>
            <p:nvPr/>
          </p:nvCxnSpPr>
          <p:spPr>
            <a:xfrm>
              <a:off x="6241892" y="3224633"/>
              <a:ext cx="203067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D10AD7A4-DAF6-4D6E-E07F-9DDE2250B198}"/>
              </a:ext>
            </a:extLst>
          </p:cNvPr>
          <p:cNvGrpSpPr/>
          <p:nvPr/>
        </p:nvGrpSpPr>
        <p:grpSpPr>
          <a:xfrm>
            <a:off x="6328123" y="2161554"/>
            <a:ext cx="5098511" cy="3096482"/>
            <a:chOff x="1807367" y="1873456"/>
            <a:chExt cx="5098511" cy="3096482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C2236930-1CBE-28DD-E39A-482955D0BFB3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7D0D9B31-158E-ECCE-1E13-8F99835B238C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71B52097-09C9-6E28-8DA9-65B156CF757B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4FC71CD4-F480-F15F-D975-C6833399C67C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9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1E23717E-B7A5-1C3F-3F05-B65F145593D3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019ED121-A3BE-D08F-6EC3-B01ABF22BE13}"/>
                </a:ext>
              </a:extLst>
            </p:cNvPr>
            <p:cNvSpPr/>
            <p:nvPr/>
          </p:nvSpPr>
          <p:spPr>
            <a:xfrm>
              <a:off x="6365878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8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C4E92EF9-4AAE-0CE7-E503-BB5135DA4A67}"/>
                </a:ext>
              </a:extLst>
            </p:cNvPr>
            <p:cNvSpPr/>
            <p:nvPr/>
          </p:nvSpPr>
          <p:spPr>
            <a:xfrm>
              <a:off x="1807367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02E77115-7392-0888-CF67-10587DA553D2}"/>
                </a:ext>
              </a:extLst>
            </p:cNvPr>
            <p:cNvSpPr/>
            <p:nvPr/>
          </p:nvSpPr>
          <p:spPr>
            <a:xfrm>
              <a:off x="3093186" y="443131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7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3565EEF4-49B6-A2AE-66AD-43610C1DB28B}"/>
                </a:ext>
              </a:extLst>
            </p:cNvPr>
            <p:cNvSpPr/>
            <p:nvPr/>
          </p:nvSpPr>
          <p:spPr>
            <a:xfrm>
              <a:off x="3863922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472E802-211D-F6D6-AE94-E9270AD8B627}"/>
                </a:ext>
              </a:extLst>
            </p:cNvPr>
            <p:cNvSpPr txBox="1"/>
            <p:nvPr/>
          </p:nvSpPr>
          <p:spPr>
            <a:xfrm>
              <a:off x="5277276" y="3602142"/>
              <a:ext cx="437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10</a:t>
              </a:r>
              <a:endParaRPr kumimoji="1" lang="ko-KR" altLang="en-US" dirty="0"/>
            </a:p>
          </p:txBody>
        </p:sp>
        <p:cxnSp>
          <p:nvCxnSpPr>
            <p:cNvPr id="93" name="직선 연결선[R] 92">
              <a:extLst>
                <a:ext uri="{FF2B5EF4-FFF2-40B4-BE49-F238E27FC236}">
                  <a16:creationId xmlns:a16="http://schemas.microsoft.com/office/drawing/2014/main" id="{95EA2939-BBBD-17ED-0F69-2E26B2851BCA}"/>
                </a:ext>
              </a:extLst>
            </p:cNvPr>
            <p:cNvCxnSpPr>
              <a:stCxn id="82" idx="2"/>
              <a:endCxn id="83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[R] 93">
              <a:extLst>
                <a:ext uri="{FF2B5EF4-FFF2-40B4-BE49-F238E27FC236}">
                  <a16:creationId xmlns:a16="http://schemas.microsoft.com/office/drawing/2014/main" id="{4099180D-D492-0761-A3F1-050A9BC8F27F}"/>
                </a:ext>
              </a:extLst>
            </p:cNvPr>
            <p:cNvCxnSpPr>
              <a:stCxn id="82" idx="6"/>
              <a:endCxn id="84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[R] 94">
              <a:extLst>
                <a:ext uri="{FF2B5EF4-FFF2-40B4-BE49-F238E27FC236}">
                  <a16:creationId xmlns:a16="http://schemas.microsoft.com/office/drawing/2014/main" id="{32F6567F-C916-91E5-8633-287857DE3E87}"/>
                </a:ext>
              </a:extLst>
            </p:cNvPr>
            <p:cNvCxnSpPr>
              <a:cxnSpLocks/>
              <a:stCxn id="83" idx="3"/>
              <a:endCxn id="85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[R] 95">
              <a:extLst>
                <a:ext uri="{FF2B5EF4-FFF2-40B4-BE49-F238E27FC236}">
                  <a16:creationId xmlns:a16="http://schemas.microsoft.com/office/drawing/2014/main" id="{AF84B905-C2A4-E2C2-C6AB-6474CDDDA7DE}"/>
                </a:ext>
              </a:extLst>
            </p:cNvPr>
            <p:cNvCxnSpPr>
              <a:cxnSpLocks/>
              <a:stCxn id="83" idx="5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[R] 96">
              <a:extLst>
                <a:ext uri="{FF2B5EF4-FFF2-40B4-BE49-F238E27FC236}">
                  <a16:creationId xmlns:a16="http://schemas.microsoft.com/office/drawing/2014/main" id="{63742703-DA0D-9AC9-C592-BD4F52B362E3}"/>
                </a:ext>
              </a:extLst>
            </p:cNvPr>
            <p:cNvCxnSpPr>
              <a:cxnSpLocks/>
              <a:stCxn id="85" idx="3"/>
              <a:endCxn id="89" idx="0"/>
            </p:cNvCxnSpPr>
            <p:nvPr/>
          </p:nvCxnSpPr>
          <p:spPr>
            <a:xfrm flipH="1">
              <a:off x="2077367" y="3988139"/>
              <a:ext cx="447537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[R] 97">
              <a:extLst>
                <a:ext uri="{FF2B5EF4-FFF2-40B4-BE49-F238E27FC236}">
                  <a16:creationId xmlns:a16="http://schemas.microsoft.com/office/drawing/2014/main" id="{16C8ABAC-9465-3424-8B61-EB1B9EC7CB78}"/>
                </a:ext>
              </a:extLst>
            </p:cNvPr>
            <p:cNvCxnSpPr>
              <a:cxnSpLocks/>
              <a:stCxn id="85" idx="5"/>
              <a:endCxn id="90" idx="0"/>
            </p:cNvCxnSpPr>
            <p:nvPr/>
          </p:nvCxnSpPr>
          <p:spPr>
            <a:xfrm>
              <a:off x="2906742" y="3988139"/>
              <a:ext cx="456444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[R] 98">
              <a:extLst>
                <a:ext uri="{FF2B5EF4-FFF2-40B4-BE49-F238E27FC236}">
                  <a16:creationId xmlns:a16="http://schemas.microsoft.com/office/drawing/2014/main" id="{EBBDD36B-B32B-846A-6E65-DA69FB309BE9}"/>
                </a:ext>
              </a:extLst>
            </p:cNvPr>
            <p:cNvCxnSpPr>
              <a:cxnSpLocks/>
              <a:endCxn id="91" idx="0"/>
            </p:cNvCxnSpPr>
            <p:nvPr/>
          </p:nvCxnSpPr>
          <p:spPr>
            <a:xfrm flipH="1">
              <a:off x="4133922" y="4067018"/>
              <a:ext cx="316677" cy="3643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[R] 99">
              <a:extLst>
                <a:ext uri="{FF2B5EF4-FFF2-40B4-BE49-F238E27FC236}">
                  <a16:creationId xmlns:a16="http://schemas.microsoft.com/office/drawing/2014/main" id="{61EEDF1C-BDC3-E265-04E2-8FE4BA7B51AA}"/>
                </a:ext>
              </a:extLst>
            </p:cNvPr>
            <p:cNvCxnSpPr>
              <a:cxnSpLocks/>
              <a:stCxn id="84" idx="3"/>
              <a:endCxn id="87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[R] 100">
              <a:extLst>
                <a:ext uri="{FF2B5EF4-FFF2-40B4-BE49-F238E27FC236}">
                  <a16:creationId xmlns:a16="http://schemas.microsoft.com/office/drawing/2014/main" id="{7E7D22BB-A34D-C12D-2F7E-7E739B0E3775}"/>
                </a:ext>
              </a:extLst>
            </p:cNvPr>
            <p:cNvCxnSpPr>
              <a:stCxn id="84" idx="5"/>
              <a:endCxn id="88" idx="1"/>
            </p:cNvCxnSpPr>
            <p:nvPr/>
          </p:nvCxnSpPr>
          <p:spPr>
            <a:xfrm>
              <a:off x="6241892" y="3224633"/>
              <a:ext cx="203067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오른쪽 화살표[R] 105">
            <a:extLst>
              <a:ext uri="{FF2B5EF4-FFF2-40B4-BE49-F238E27FC236}">
                <a16:creationId xmlns:a16="http://schemas.microsoft.com/office/drawing/2014/main" id="{3B4B145C-ED17-B454-1271-7E6EE98F1939}"/>
              </a:ext>
            </a:extLst>
          </p:cNvPr>
          <p:cNvSpPr/>
          <p:nvPr/>
        </p:nvSpPr>
        <p:spPr>
          <a:xfrm>
            <a:off x="5616029" y="3269289"/>
            <a:ext cx="715393" cy="24344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510ECED-D0C8-6ABC-C4E1-0BBEF07FE0D3}"/>
              </a:ext>
            </a:extLst>
          </p:cNvPr>
          <p:cNvSpPr/>
          <p:nvPr/>
        </p:nvSpPr>
        <p:spPr>
          <a:xfrm>
            <a:off x="8607370" y="3895375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6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434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D8458-B66C-86D8-8FCB-B61F48F17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타원 14">
            <a:extLst>
              <a:ext uri="{FF2B5EF4-FFF2-40B4-BE49-F238E27FC236}">
                <a16:creationId xmlns:a16="http://schemas.microsoft.com/office/drawing/2014/main" id="{2BAC044B-9DE7-2C97-A1E4-5CA84B0147F6}"/>
              </a:ext>
            </a:extLst>
          </p:cNvPr>
          <p:cNvSpPr/>
          <p:nvPr/>
        </p:nvSpPr>
        <p:spPr>
          <a:xfrm rot="19226755">
            <a:off x="3568416" y="2817970"/>
            <a:ext cx="2025882" cy="21330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318219-7283-22B5-07A7-90EA3BA8741C}"/>
              </a:ext>
            </a:extLst>
          </p:cNvPr>
          <p:cNvSpPr txBox="1"/>
          <p:nvPr/>
        </p:nvSpPr>
        <p:spPr>
          <a:xfrm>
            <a:off x="132522" y="1325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힙정렬연습문제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C3C7B1-7AE4-D5F5-3849-A868BE0A5FDB}"/>
              </a:ext>
            </a:extLst>
          </p:cNvPr>
          <p:cNvSpPr txBox="1"/>
          <p:nvPr/>
        </p:nvSpPr>
        <p:spPr>
          <a:xfrm>
            <a:off x="132522" y="50185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6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33F55A-8351-28FE-44CA-23FFF16D447F}"/>
              </a:ext>
            </a:extLst>
          </p:cNvPr>
          <p:cNvSpPr txBox="1"/>
          <p:nvPr/>
        </p:nvSpPr>
        <p:spPr>
          <a:xfrm>
            <a:off x="5456896" y="68652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</a:t>
            </a:r>
            <a:r>
              <a:rPr kumimoji="1" lang="ko-KR" altLang="en-US" dirty="0"/>
              <a:t>단계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19499174-4A2A-131F-0B33-CC33B827978A}"/>
              </a:ext>
            </a:extLst>
          </p:cNvPr>
          <p:cNvGrpSpPr/>
          <p:nvPr/>
        </p:nvGrpSpPr>
        <p:grpSpPr>
          <a:xfrm>
            <a:off x="358385" y="2161554"/>
            <a:ext cx="5098511" cy="3096482"/>
            <a:chOff x="1807367" y="1873456"/>
            <a:chExt cx="5098511" cy="309648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6B887D3-EAD9-2A50-3DA3-39C86E2355DF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903DC3C4-459C-A002-7E78-0C704D6CB248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57B071EB-FA43-394D-7A37-4C7515950FF7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A98A9B93-FF31-D9B9-2526-507878FD151A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9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5F121085-F657-7FD6-33E1-D6A6B3C3CEF7}"/>
                </a:ext>
              </a:extLst>
            </p:cNvPr>
            <p:cNvSpPr/>
            <p:nvPr/>
          </p:nvSpPr>
          <p:spPr>
            <a:xfrm>
              <a:off x="4180599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6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C737E2C1-5BA8-2CCC-CAFE-0202FBD44678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97CB3483-58C8-E27E-8A48-4AF41F952190}"/>
                </a:ext>
              </a:extLst>
            </p:cNvPr>
            <p:cNvSpPr/>
            <p:nvPr/>
          </p:nvSpPr>
          <p:spPr>
            <a:xfrm>
              <a:off x="6365878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8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85157CBF-0625-8E01-B3A3-BDEF5CFF64C4}"/>
                </a:ext>
              </a:extLst>
            </p:cNvPr>
            <p:cNvSpPr/>
            <p:nvPr/>
          </p:nvSpPr>
          <p:spPr>
            <a:xfrm>
              <a:off x="1807367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745EC186-0CAA-2755-ADEF-8F92F9D9FC55}"/>
                </a:ext>
              </a:extLst>
            </p:cNvPr>
            <p:cNvSpPr/>
            <p:nvPr/>
          </p:nvSpPr>
          <p:spPr>
            <a:xfrm>
              <a:off x="3093186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7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B1E1259-E15E-8412-D951-8F4F0059227D}"/>
                </a:ext>
              </a:extLst>
            </p:cNvPr>
            <p:cNvSpPr/>
            <p:nvPr/>
          </p:nvSpPr>
          <p:spPr>
            <a:xfrm>
              <a:off x="3863922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F978C12-2BEA-62CF-1AFA-1A25042A4B30}"/>
                </a:ext>
              </a:extLst>
            </p:cNvPr>
            <p:cNvSpPr txBox="1"/>
            <p:nvPr/>
          </p:nvSpPr>
          <p:spPr>
            <a:xfrm>
              <a:off x="5277276" y="3602142"/>
              <a:ext cx="437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10</a:t>
              </a:r>
              <a:endParaRPr kumimoji="1" lang="ko-KR" altLang="en-US" dirty="0"/>
            </a:p>
          </p:txBody>
        </p: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04CC8167-D0A7-B51D-E92F-BD237679F2B0}"/>
                </a:ext>
              </a:extLst>
            </p:cNvPr>
            <p:cNvCxnSpPr>
              <a:stCxn id="5" idx="2"/>
              <a:endCxn id="6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[R] 22">
              <a:extLst>
                <a:ext uri="{FF2B5EF4-FFF2-40B4-BE49-F238E27FC236}">
                  <a16:creationId xmlns:a16="http://schemas.microsoft.com/office/drawing/2014/main" id="{A9288215-4909-B605-910F-81E40CE2798B}"/>
                </a:ext>
              </a:extLst>
            </p:cNvPr>
            <p:cNvCxnSpPr>
              <a:stCxn id="5" idx="6"/>
              <a:endCxn id="7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18960C0D-715F-88E8-5392-9020812418F2}"/>
                </a:ext>
              </a:extLst>
            </p:cNvPr>
            <p:cNvCxnSpPr>
              <a:cxnSpLocks/>
              <a:stCxn id="6" idx="3"/>
              <a:endCxn id="8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5C574F27-EAB4-CCF7-3FCC-458A222F1B36}"/>
                </a:ext>
              </a:extLst>
            </p:cNvPr>
            <p:cNvCxnSpPr>
              <a:stCxn id="6" idx="5"/>
              <a:endCxn id="9" idx="1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[R] 29">
              <a:extLst>
                <a:ext uri="{FF2B5EF4-FFF2-40B4-BE49-F238E27FC236}">
                  <a16:creationId xmlns:a16="http://schemas.microsoft.com/office/drawing/2014/main" id="{E86D0C0F-5111-547D-B8D6-5865B322EA08}"/>
                </a:ext>
              </a:extLst>
            </p:cNvPr>
            <p:cNvCxnSpPr>
              <a:cxnSpLocks/>
              <a:stCxn id="8" idx="3"/>
              <a:endCxn id="12" idx="0"/>
            </p:cNvCxnSpPr>
            <p:nvPr/>
          </p:nvCxnSpPr>
          <p:spPr>
            <a:xfrm flipH="1">
              <a:off x="2077367" y="3988139"/>
              <a:ext cx="447537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[R] 31">
              <a:extLst>
                <a:ext uri="{FF2B5EF4-FFF2-40B4-BE49-F238E27FC236}">
                  <a16:creationId xmlns:a16="http://schemas.microsoft.com/office/drawing/2014/main" id="{6075C045-D77E-2238-AB71-2F0ABCFC9F4C}"/>
                </a:ext>
              </a:extLst>
            </p:cNvPr>
            <p:cNvCxnSpPr>
              <a:cxnSpLocks/>
              <a:stCxn id="8" idx="5"/>
              <a:endCxn id="13" idx="0"/>
            </p:cNvCxnSpPr>
            <p:nvPr/>
          </p:nvCxnSpPr>
          <p:spPr>
            <a:xfrm>
              <a:off x="2906742" y="3988139"/>
              <a:ext cx="456444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[R] 33">
              <a:extLst>
                <a:ext uri="{FF2B5EF4-FFF2-40B4-BE49-F238E27FC236}">
                  <a16:creationId xmlns:a16="http://schemas.microsoft.com/office/drawing/2014/main" id="{61D8A2E3-F728-2F86-5573-20298E71D01F}"/>
                </a:ext>
              </a:extLst>
            </p:cNvPr>
            <p:cNvCxnSpPr>
              <a:cxnSpLocks/>
              <a:stCxn id="9" idx="4"/>
              <a:endCxn id="14" idx="0"/>
            </p:cNvCxnSpPr>
            <p:nvPr/>
          </p:nvCxnSpPr>
          <p:spPr>
            <a:xfrm flipH="1">
              <a:off x="4133922" y="4067018"/>
              <a:ext cx="316677" cy="3643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[R] 36">
              <a:extLst>
                <a:ext uri="{FF2B5EF4-FFF2-40B4-BE49-F238E27FC236}">
                  <a16:creationId xmlns:a16="http://schemas.microsoft.com/office/drawing/2014/main" id="{36912CCD-5EBA-4D30-7A7E-D96ED3CF52FB}"/>
                </a:ext>
              </a:extLst>
            </p:cNvPr>
            <p:cNvCxnSpPr>
              <a:cxnSpLocks/>
              <a:stCxn id="7" idx="3"/>
              <a:endCxn id="10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[R] 38">
              <a:extLst>
                <a:ext uri="{FF2B5EF4-FFF2-40B4-BE49-F238E27FC236}">
                  <a16:creationId xmlns:a16="http://schemas.microsoft.com/office/drawing/2014/main" id="{655B2FCD-CCDD-1941-BE69-466DE3DB0C8F}"/>
                </a:ext>
              </a:extLst>
            </p:cNvPr>
            <p:cNvCxnSpPr>
              <a:stCxn id="7" idx="5"/>
              <a:endCxn id="11" idx="1"/>
            </p:cNvCxnSpPr>
            <p:nvPr/>
          </p:nvCxnSpPr>
          <p:spPr>
            <a:xfrm>
              <a:off x="6241892" y="3224633"/>
              <a:ext cx="203067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7065D9A-FF99-0590-4AE5-E2365F7C3587}"/>
              </a:ext>
            </a:extLst>
          </p:cNvPr>
          <p:cNvGrpSpPr/>
          <p:nvPr/>
        </p:nvGrpSpPr>
        <p:grpSpPr>
          <a:xfrm>
            <a:off x="6328123" y="2161554"/>
            <a:ext cx="5098511" cy="3096482"/>
            <a:chOff x="1807367" y="1873456"/>
            <a:chExt cx="5098511" cy="3096482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3BDADF28-0CA7-D4BC-2B9C-B45E65FE512B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553BDFA3-78B8-94E2-B818-42538CF58F66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D1CE436-19A9-9FC0-5238-1143CEFFB79B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059F734E-07AB-04B4-7348-14D83443B3A6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9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6D682524-BA8B-8FE5-4BBF-2A6D58DD900D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3959ED2F-5984-BED4-EBB0-D6BA478E6CFF}"/>
                </a:ext>
              </a:extLst>
            </p:cNvPr>
            <p:cNvSpPr/>
            <p:nvPr/>
          </p:nvSpPr>
          <p:spPr>
            <a:xfrm>
              <a:off x="6365878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8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6405D809-FA35-82CD-39A3-7DE99C41E17B}"/>
                </a:ext>
              </a:extLst>
            </p:cNvPr>
            <p:cNvSpPr/>
            <p:nvPr/>
          </p:nvSpPr>
          <p:spPr>
            <a:xfrm>
              <a:off x="1807367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1DC656D1-96AA-65DB-2258-351E6F10EF22}"/>
                </a:ext>
              </a:extLst>
            </p:cNvPr>
            <p:cNvSpPr/>
            <p:nvPr/>
          </p:nvSpPr>
          <p:spPr>
            <a:xfrm>
              <a:off x="3093186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7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40F9BC4C-33DA-25CD-0A56-9375CE4179D3}"/>
                </a:ext>
              </a:extLst>
            </p:cNvPr>
            <p:cNvSpPr/>
            <p:nvPr/>
          </p:nvSpPr>
          <p:spPr>
            <a:xfrm>
              <a:off x="3863922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3E15A21-A54F-4DCB-9CF7-E1DA1DF9F4E8}"/>
                </a:ext>
              </a:extLst>
            </p:cNvPr>
            <p:cNvSpPr txBox="1"/>
            <p:nvPr/>
          </p:nvSpPr>
          <p:spPr>
            <a:xfrm>
              <a:off x="5832003" y="2843771"/>
              <a:ext cx="437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10</a:t>
              </a:r>
              <a:endParaRPr kumimoji="1" lang="ko-KR" altLang="en-US" dirty="0"/>
            </a:p>
          </p:txBody>
        </p:sp>
        <p:cxnSp>
          <p:nvCxnSpPr>
            <p:cNvPr id="93" name="직선 연결선[R] 92">
              <a:extLst>
                <a:ext uri="{FF2B5EF4-FFF2-40B4-BE49-F238E27FC236}">
                  <a16:creationId xmlns:a16="http://schemas.microsoft.com/office/drawing/2014/main" id="{C36E24B6-4B01-69F0-24F0-DDB8DDC0E081}"/>
                </a:ext>
              </a:extLst>
            </p:cNvPr>
            <p:cNvCxnSpPr>
              <a:stCxn id="82" idx="2"/>
              <a:endCxn id="83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[R] 93">
              <a:extLst>
                <a:ext uri="{FF2B5EF4-FFF2-40B4-BE49-F238E27FC236}">
                  <a16:creationId xmlns:a16="http://schemas.microsoft.com/office/drawing/2014/main" id="{4162B651-87E1-F880-6C66-46FAE9AA8F9C}"/>
                </a:ext>
              </a:extLst>
            </p:cNvPr>
            <p:cNvCxnSpPr>
              <a:stCxn id="82" idx="6"/>
              <a:endCxn id="84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[R] 94">
              <a:extLst>
                <a:ext uri="{FF2B5EF4-FFF2-40B4-BE49-F238E27FC236}">
                  <a16:creationId xmlns:a16="http://schemas.microsoft.com/office/drawing/2014/main" id="{F0EEF7A6-1A11-06BD-1724-B6F8D2FC0EB3}"/>
                </a:ext>
              </a:extLst>
            </p:cNvPr>
            <p:cNvCxnSpPr>
              <a:cxnSpLocks/>
              <a:stCxn id="83" idx="3"/>
              <a:endCxn id="85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[R] 95">
              <a:extLst>
                <a:ext uri="{FF2B5EF4-FFF2-40B4-BE49-F238E27FC236}">
                  <a16:creationId xmlns:a16="http://schemas.microsoft.com/office/drawing/2014/main" id="{952DF338-D7CB-8CE2-800E-267E7CDDAF5C}"/>
                </a:ext>
              </a:extLst>
            </p:cNvPr>
            <p:cNvCxnSpPr>
              <a:cxnSpLocks/>
              <a:stCxn id="83" idx="5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[R] 96">
              <a:extLst>
                <a:ext uri="{FF2B5EF4-FFF2-40B4-BE49-F238E27FC236}">
                  <a16:creationId xmlns:a16="http://schemas.microsoft.com/office/drawing/2014/main" id="{50EB8F8F-D34E-3D8D-AC79-FDC6A83A6CBB}"/>
                </a:ext>
              </a:extLst>
            </p:cNvPr>
            <p:cNvCxnSpPr>
              <a:cxnSpLocks/>
              <a:stCxn id="85" idx="3"/>
              <a:endCxn id="89" idx="0"/>
            </p:cNvCxnSpPr>
            <p:nvPr/>
          </p:nvCxnSpPr>
          <p:spPr>
            <a:xfrm flipH="1">
              <a:off x="2077367" y="3988139"/>
              <a:ext cx="447537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[R] 97">
              <a:extLst>
                <a:ext uri="{FF2B5EF4-FFF2-40B4-BE49-F238E27FC236}">
                  <a16:creationId xmlns:a16="http://schemas.microsoft.com/office/drawing/2014/main" id="{83CE564E-4DDE-D890-223A-8A1632A12929}"/>
                </a:ext>
              </a:extLst>
            </p:cNvPr>
            <p:cNvCxnSpPr>
              <a:cxnSpLocks/>
              <a:stCxn id="85" idx="5"/>
              <a:endCxn id="90" idx="0"/>
            </p:cNvCxnSpPr>
            <p:nvPr/>
          </p:nvCxnSpPr>
          <p:spPr>
            <a:xfrm>
              <a:off x="2906742" y="3988139"/>
              <a:ext cx="456444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[R] 98">
              <a:extLst>
                <a:ext uri="{FF2B5EF4-FFF2-40B4-BE49-F238E27FC236}">
                  <a16:creationId xmlns:a16="http://schemas.microsoft.com/office/drawing/2014/main" id="{123A7729-612B-1F39-BB81-7544EA40BD3A}"/>
                </a:ext>
              </a:extLst>
            </p:cNvPr>
            <p:cNvCxnSpPr>
              <a:cxnSpLocks/>
              <a:endCxn id="91" idx="0"/>
            </p:cNvCxnSpPr>
            <p:nvPr/>
          </p:nvCxnSpPr>
          <p:spPr>
            <a:xfrm flipH="1">
              <a:off x="4133922" y="4067018"/>
              <a:ext cx="316677" cy="3643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[R] 99">
              <a:extLst>
                <a:ext uri="{FF2B5EF4-FFF2-40B4-BE49-F238E27FC236}">
                  <a16:creationId xmlns:a16="http://schemas.microsoft.com/office/drawing/2014/main" id="{7C9A2E97-4BD9-E3A3-3CAB-BAD18BB94872}"/>
                </a:ext>
              </a:extLst>
            </p:cNvPr>
            <p:cNvCxnSpPr>
              <a:cxnSpLocks/>
              <a:stCxn id="84" idx="3"/>
              <a:endCxn id="87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[R] 100">
              <a:extLst>
                <a:ext uri="{FF2B5EF4-FFF2-40B4-BE49-F238E27FC236}">
                  <a16:creationId xmlns:a16="http://schemas.microsoft.com/office/drawing/2014/main" id="{D84461E7-837E-2F84-0D50-91AF7FE37F7A}"/>
                </a:ext>
              </a:extLst>
            </p:cNvPr>
            <p:cNvCxnSpPr>
              <a:stCxn id="84" idx="5"/>
              <a:endCxn id="88" idx="1"/>
            </p:cNvCxnSpPr>
            <p:nvPr/>
          </p:nvCxnSpPr>
          <p:spPr>
            <a:xfrm>
              <a:off x="6241892" y="3224633"/>
              <a:ext cx="203067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오른쪽 화살표[R] 105">
            <a:extLst>
              <a:ext uri="{FF2B5EF4-FFF2-40B4-BE49-F238E27FC236}">
                <a16:creationId xmlns:a16="http://schemas.microsoft.com/office/drawing/2014/main" id="{4BD7867D-D044-F462-3D69-EC2F076D69B3}"/>
              </a:ext>
            </a:extLst>
          </p:cNvPr>
          <p:cNvSpPr/>
          <p:nvPr/>
        </p:nvSpPr>
        <p:spPr>
          <a:xfrm>
            <a:off x="5616029" y="3269289"/>
            <a:ext cx="715393" cy="24344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C0FC46C-0086-348B-3C9E-91C063380E19}"/>
              </a:ext>
            </a:extLst>
          </p:cNvPr>
          <p:cNvSpPr/>
          <p:nvPr/>
        </p:nvSpPr>
        <p:spPr>
          <a:xfrm>
            <a:off x="8607370" y="3895375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6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923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F12D9-3370-F63D-825A-69F8DF0DB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타원 14">
            <a:extLst>
              <a:ext uri="{FF2B5EF4-FFF2-40B4-BE49-F238E27FC236}">
                <a16:creationId xmlns:a16="http://schemas.microsoft.com/office/drawing/2014/main" id="{B928880B-7F5C-07B5-7CED-A22C003190E4}"/>
              </a:ext>
            </a:extLst>
          </p:cNvPr>
          <p:cNvSpPr/>
          <p:nvPr/>
        </p:nvSpPr>
        <p:spPr>
          <a:xfrm rot="19226755">
            <a:off x="185652" y="2809664"/>
            <a:ext cx="3259259" cy="332258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539CA7-1ADC-3208-B595-B5D35ED92A2D}"/>
              </a:ext>
            </a:extLst>
          </p:cNvPr>
          <p:cNvSpPr txBox="1"/>
          <p:nvPr/>
        </p:nvSpPr>
        <p:spPr>
          <a:xfrm>
            <a:off x="132522" y="1325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힙정렬연습문제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AD274C-215C-354E-9F93-5C7899E475C3}"/>
              </a:ext>
            </a:extLst>
          </p:cNvPr>
          <p:cNvSpPr txBox="1"/>
          <p:nvPr/>
        </p:nvSpPr>
        <p:spPr>
          <a:xfrm>
            <a:off x="132522" y="50185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6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6F9196-8D21-FDFB-4330-636E602D9CE4}"/>
              </a:ext>
            </a:extLst>
          </p:cNvPr>
          <p:cNvSpPr txBox="1"/>
          <p:nvPr/>
        </p:nvSpPr>
        <p:spPr>
          <a:xfrm>
            <a:off x="5456896" y="68652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</a:t>
            </a:r>
            <a:r>
              <a:rPr kumimoji="1" lang="ko-KR" altLang="en-US" dirty="0"/>
              <a:t>단계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9958C85-1C77-C4FB-A89A-3829CC3772E7}"/>
              </a:ext>
            </a:extLst>
          </p:cNvPr>
          <p:cNvGrpSpPr/>
          <p:nvPr/>
        </p:nvGrpSpPr>
        <p:grpSpPr>
          <a:xfrm>
            <a:off x="358385" y="2161554"/>
            <a:ext cx="5098511" cy="3096482"/>
            <a:chOff x="1807367" y="1873456"/>
            <a:chExt cx="5098511" cy="309648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4D4E469D-8394-79E6-B26A-F9410AD0C143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F32F3DF-2AB6-9620-FAD1-187C10664068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77BD32A1-108A-6D26-C17C-001C70832748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02591E21-7ED0-C2BA-5B47-74A6AE3866AF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9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CDA2F03F-514C-1A22-C432-DB124E01565B}"/>
                </a:ext>
              </a:extLst>
            </p:cNvPr>
            <p:cNvSpPr/>
            <p:nvPr/>
          </p:nvSpPr>
          <p:spPr>
            <a:xfrm>
              <a:off x="4180599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6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2941144-B90D-9852-64AE-BF66716FA074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D22FFF1-4877-866D-18A6-614CDCC43EFB}"/>
                </a:ext>
              </a:extLst>
            </p:cNvPr>
            <p:cNvSpPr/>
            <p:nvPr/>
          </p:nvSpPr>
          <p:spPr>
            <a:xfrm>
              <a:off x="6365878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8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495F2501-3370-1C9A-84C4-99FB0CC8BBE3}"/>
                </a:ext>
              </a:extLst>
            </p:cNvPr>
            <p:cNvSpPr/>
            <p:nvPr/>
          </p:nvSpPr>
          <p:spPr>
            <a:xfrm>
              <a:off x="1807367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552F539-26C6-60D4-CDB4-9EBE6C59E675}"/>
                </a:ext>
              </a:extLst>
            </p:cNvPr>
            <p:cNvSpPr/>
            <p:nvPr/>
          </p:nvSpPr>
          <p:spPr>
            <a:xfrm>
              <a:off x="3093186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7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0D8DA24-3D0C-2DED-572A-7C29224696DB}"/>
                </a:ext>
              </a:extLst>
            </p:cNvPr>
            <p:cNvSpPr/>
            <p:nvPr/>
          </p:nvSpPr>
          <p:spPr>
            <a:xfrm>
              <a:off x="3863922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23494EE-EF38-D14A-85A9-4A7799568DA2}"/>
                </a:ext>
              </a:extLst>
            </p:cNvPr>
            <p:cNvSpPr txBox="1"/>
            <p:nvPr/>
          </p:nvSpPr>
          <p:spPr>
            <a:xfrm>
              <a:off x="5838661" y="2855301"/>
              <a:ext cx="437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10</a:t>
              </a:r>
              <a:endParaRPr kumimoji="1" lang="ko-KR" altLang="en-US" dirty="0"/>
            </a:p>
          </p:txBody>
        </p: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E89ADB47-D9A0-F2FD-A584-218AE55FA1FE}"/>
                </a:ext>
              </a:extLst>
            </p:cNvPr>
            <p:cNvCxnSpPr>
              <a:stCxn id="5" idx="2"/>
              <a:endCxn id="6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[R] 22">
              <a:extLst>
                <a:ext uri="{FF2B5EF4-FFF2-40B4-BE49-F238E27FC236}">
                  <a16:creationId xmlns:a16="http://schemas.microsoft.com/office/drawing/2014/main" id="{A262B7D9-5764-4AF0-6014-F3CA311C973F}"/>
                </a:ext>
              </a:extLst>
            </p:cNvPr>
            <p:cNvCxnSpPr>
              <a:stCxn id="5" idx="6"/>
              <a:endCxn id="7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F358B34A-DF27-5918-4702-9C1E3C70570E}"/>
                </a:ext>
              </a:extLst>
            </p:cNvPr>
            <p:cNvCxnSpPr>
              <a:cxnSpLocks/>
              <a:stCxn id="6" idx="3"/>
              <a:endCxn id="8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C8104955-AFD3-306A-12B8-B8A4B62985CA}"/>
                </a:ext>
              </a:extLst>
            </p:cNvPr>
            <p:cNvCxnSpPr>
              <a:stCxn id="6" idx="5"/>
              <a:endCxn id="9" idx="1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[R] 29">
              <a:extLst>
                <a:ext uri="{FF2B5EF4-FFF2-40B4-BE49-F238E27FC236}">
                  <a16:creationId xmlns:a16="http://schemas.microsoft.com/office/drawing/2014/main" id="{31300750-952F-079F-FEFE-9A28039FFB64}"/>
                </a:ext>
              </a:extLst>
            </p:cNvPr>
            <p:cNvCxnSpPr>
              <a:cxnSpLocks/>
              <a:stCxn id="8" idx="3"/>
              <a:endCxn id="12" idx="0"/>
            </p:cNvCxnSpPr>
            <p:nvPr/>
          </p:nvCxnSpPr>
          <p:spPr>
            <a:xfrm flipH="1">
              <a:off x="2077367" y="3988139"/>
              <a:ext cx="447537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[R] 31">
              <a:extLst>
                <a:ext uri="{FF2B5EF4-FFF2-40B4-BE49-F238E27FC236}">
                  <a16:creationId xmlns:a16="http://schemas.microsoft.com/office/drawing/2014/main" id="{22EE0668-D289-A2FF-0EF5-30F8B66B9692}"/>
                </a:ext>
              </a:extLst>
            </p:cNvPr>
            <p:cNvCxnSpPr>
              <a:cxnSpLocks/>
              <a:stCxn id="8" idx="5"/>
              <a:endCxn id="13" idx="0"/>
            </p:cNvCxnSpPr>
            <p:nvPr/>
          </p:nvCxnSpPr>
          <p:spPr>
            <a:xfrm>
              <a:off x="2906742" y="3988139"/>
              <a:ext cx="456444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[R] 33">
              <a:extLst>
                <a:ext uri="{FF2B5EF4-FFF2-40B4-BE49-F238E27FC236}">
                  <a16:creationId xmlns:a16="http://schemas.microsoft.com/office/drawing/2014/main" id="{DCA234BE-6009-66A7-4661-31591305D05B}"/>
                </a:ext>
              </a:extLst>
            </p:cNvPr>
            <p:cNvCxnSpPr>
              <a:cxnSpLocks/>
              <a:stCxn id="9" idx="4"/>
              <a:endCxn id="14" idx="0"/>
            </p:cNvCxnSpPr>
            <p:nvPr/>
          </p:nvCxnSpPr>
          <p:spPr>
            <a:xfrm flipH="1">
              <a:off x="4133922" y="4067018"/>
              <a:ext cx="316677" cy="3643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[R] 36">
              <a:extLst>
                <a:ext uri="{FF2B5EF4-FFF2-40B4-BE49-F238E27FC236}">
                  <a16:creationId xmlns:a16="http://schemas.microsoft.com/office/drawing/2014/main" id="{65F8916D-69CD-2CE3-7786-F2ACEA51DB7D}"/>
                </a:ext>
              </a:extLst>
            </p:cNvPr>
            <p:cNvCxnSpPr>
              <a:cxnSpLocks/>
              <a:stCxn id="7" idx="3"/>
              <a:endCxn id="10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[R] 38">
              <a:extLst>
                <a:ext uri="{FF2B5EF4-FFF2-40B4-BE49-F238E27FC236}">
                  <a16:creationId xmlns:a16="http://schemas.microsoft.com/office/drawing/2014/main" id="{D17E5CF9-1056-1BDF-33F2-B1A4AA09E2C8}"/>
                </a:ext>
              </a:extLst>
            </p:cNvPr>
            <p:cNvCxnSpPr>
              <a:stCxn id="7" idx="5"/>
              <a:endCxn id="11" idx="1"/>
            </p:cNvCxnSpPr>
            <p:nvPr/>
          </p:nvCxnSpPr>
          <p:spPr>
            <a:xfrm>
              <a:off x="6241892" y="3224633"/>
              <a:ext cx="203067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598A7B6F-5AAE-ACEC-036B-B3FE0E6B10B3}"/>
              </a:ext>
            </a:extLst>
          </p:cNvPr>
          <p:cNvGrpSpPr/>
          <p:nvPr/>
        </p:nvGrpSpPr>
        <p:grpSpPr>
          <a:xfrm>
            <a:off x="6328123" y="2161554"/>
            <a:ext cx="5098511" cy="3096482"/>
            <a:chOff x="1807367" y="1873456"/>
            <a:chExt cx="5098511" cy="3096482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A6007025-587A-C1FE-50B3-E693C036DB03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607354EE-185A-FB35-4860-454DEC11EFD4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9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3D6A80D6-7880-78AD-99EA-107063A76C3B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DA9FF925-1B22-40DE-F29E-E74D92B90A9F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7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922B5701-8A3B-D01E-3A4B-9758BF6742A9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2D1A139D-C0FB-07A8-0F4C-739EB4025698}"/>
                </a:ext>
              </a:extLst>
            </p:cNvPr>
            <p:cNvSpPr/>
            <p:nvPr/>
          </p:nvSpPr>
          <p:spPr>
            <a:xfrm>
              <a:off x="6365878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8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B57E3AD9-5934-8D86-1930-851452CCADB1}"/>
                </a:ext>
              </a:extLst>
            </p:cNvPr>
            <p:cNvSpPr/>
            <p:nvPr/>
          </p:nvSpPr>
          <p:spPr>
            <a:xfrm>
              <a:off x="1807367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C088999-34B8-E172-6FEA-57DC65AE9075}"/>
                </a:ext>
              </a:extLst>
            </p:cNvPr>
            <p:cNvSpPr/>
            <p:nvPr/>
          </p:nvSpPr>
          <p:spPr>
            <a:xfrm>
              <a:off x="3093186" y="443131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1DEA6CC8-0530-562E-A9DC-8E307166702A}"/>
                </a:ext>
              </a:extLst>
            </p:cNvPr>
            <p:cNvSpPr/>
            <p:nvPr/>
          </p:nvSpPr>
          <p:spPr>
            <a:xfrm>
              <a:off x="3863922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567630-E915-4775-DF28-5489BB4EF991}"/>
                </a:ext>
              </a:extLst>
            </p:cNvPr>
            <p:cNvSpPr txBox="1"/>
            <p:nvPr/>
          </p:nvSpPr>
          <p:spPr>
            <a:xfrm>
              <a:off x="5832003" y="2843771"/>
              <a:ext cx="437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10</a:t>
              </a:r>
              <a:endParaRPr kumimoji="1" lang="ko-KR" altLang="en-US" dirty="0"/>
            </a:p>
          </p:txBody>
        </p:sp>
        <p:cxnSp>
          <p:nvCxnSpPr>
            <p:cNvPr id="93" name="직선 연결선[R] 92">
              <a:extLst>
                <a:ext uri="{FF2B5EF4-FFF2-40B4-BE49-F238E27FC236}">
                  <a16:creationId xmlns:a16="http://schemas.microsoft.com/office/drawing/2014/main" id="{24AE9633-2BFA-9ABC-3757-C760A3740C0D}"/>
                </a:ext>
              </a:extLst>
            </p:cNvPr>
            <p:cNvCxnSpPr>
              <a:stCxn id="82" idx="2"/>
              <a:endCxn id="83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[R] 93">
              <a:extLst>
                <a:ext uri="{FF2B5EF4-FFF2-40B4-BE49-F238E27FC236}">
                  <a16:creationId xmlns:a16="http://schemas.microsoft.com/office/drawing/2014/main" id="{857E5BA2-93EB-5DAF-94C1-F4F71B0058F7}"/>
                </a:ext>
              </a:extLst>
            </p:cNvPr>
            <p:cNvCxnSpPr>
              <a:stCxn id="82" idx="6"/>
              <a:endCxn id="84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[R] 94">
              <a:extLst>
                <a:ext uri="{FF2B5EF4-FFF2-40B4-BE49-F238E27FC236}">
                  <a16:creationId xmlns:a16="http://schemas.microsoft.com/office/drawing/2014/main" id="{97826B70-9425-805A-A015-C0BBEE33D13E}"/>
                </a:ext>
              </a:extLst>
            </p:cNvPr>
            <p:cNvCxnSpPr>
              <a:cxnSpLocks/>
              <a:stCxn id="83" idx="3"/>
              <a:endCxn id="85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[R] 95">
              <a:extLst>
                <a:ext uri="{FF2B5EF4-FFF2-40B4-BE49-F238E27FC236}">
                  <a16:creationId xmlns:a16="http://schemas.microsoft.com/office/drawing/2014/main" id="{A7ACCE85-EA16-3AD8-B9DF-7EA5DD882701}"/>
                </a:ext>
              </a:extLst>
            </p:cNvPr>
            <p:cNvCxnSpPr>
              <a:cxnSpLocks/>
              <a:stCxn id="83" idx="5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[R] 96">
              <a:extLst>
                <a:ext uri="{FF2B5EF4-FFF2-40B4-BE49-F238E27FC236}">
                  <a16:creationId xmlns:a16="http://schemas.microsoft.com/office/drawing/2014/main" id="{F31206DC-BF20-A750-0EDF-EE6FD23323A7}"/>
                </a:ext>
              </a:extLst>
            </p:cNvPr>
            <p:cNvCxnSpPr>
              <a:cxnSpLocks/>
              <a:stCxn id="85" idx="3"/>
              <a:endCxn id="89" idx="0"/>
            </p:cNvCxnSpPr>
            <p:nvPr/>
          </p:nvCxnSpPr>
          <p:spPr>
            <a:xfrm flipH="1">
              <a:off x="2077367" y="3988139"/>
              <a:ext cx="447537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[R] 97">
              <a:extLst>
                <a:ext uri="{FF2B5EF4-FFF2-40B4-BE49-F238E27FC236}">
                  <a16:creationId xmlns:a16="http://schemas.microsoft.com/office/drawing/2014/main" id="{F15591FF-A44C-B2CA-3644-1BAD07DF4A65}"/>
                </a:ext>
              </a:extLst>
            </p:cNvPr>
            <p:cNvCxnSpPr>
              <a:cxnSpLocks/>
              <a:stCxn id="85" idx="5"/>
              <a:endCxn id="90" idx="0"/>
            </p:cNvCxnSpPr>
            <p:nvPr/>
          </p:nvCxnSpPr>
          <p:spPr>
            <a:xfrm>
              <a:off x="2906742" y="3988139"/>
              <a:ext cx="456444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[R] 98">
              <a:extLst>
                <a:ext uri="{FF2B5EF4-FFF2-40B4-BE49-F238E27FC236}">
                  <a16:creationId xmlns:a16="http://schemas.microsoft.com/office/drawing/2014/main" id="{C5DCD35B-345D-73DD-0341-C5F78E4E060C}"/>
                </a:ext>
              </a:extLst>
            </p:cNvPr>
            <p:cNvCxnSpPr>
              <a:cxnSpLocks/>
              <a:endCxn id="91" idx="0"/>
            </p:cNvCxnSpPr>
            <p:nvPr/>
          </p:nvCxnSpPr>
          <p:spPr>
            <a:xfrm flipH="1">
              <a:off x="4133922" y="4067018"/>
              <a:ext cx="316677" cy="3643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[R] 99">
              <a:extLst>
                <a:ext uri="{FF2B5EF4-FFF2-40B4-BE49-F238E27FC236}">
                  <a16:creationId xmlns:a16="http://schemas.microsoft.com/office/drawing/2014/main" id="{4476F668-60DE-5804-981B-77A2B7296EDB}"/>
                </a:ext>
              </a:extLst>
            </p:cNvPr>
            <p:cNvCxnSpPr>
              <a:cxnSpLocks/>
              <a:stCxn id="84" idx="3"/>
              <a:endCxn id="87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[R] 100">
              <a:extLst>
                <a:ext uri="{FF2B5EF4-FFF2-40B4-BE49-F238E27FC236}">
                  <a16:creationId xmlns:a16="http://schemas.microsoft.com/office/drawing/2014/main" id="{40DEB9BF-79F7-1711-657E-FB77EF50BF7C}"/>
                </a:ext>
              </a:extLst>
            </p:cNvPr>
            <p:cNvCxnSpPr>
              <a:stCxn id="84" idx="5"/>
              <a:endCxn id="88" idx="1"/>
            </p:cNvCxnSpPr>
            <p:nvPr/>
          </p:nvCxnSpPr>
          <p:spPr>
            <a:xfrm>
              <a:off x="6241892" y="3224633"/>
              <a:ext cx="203067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오른쪽 화살표[R] 105">
            <a:extLst>
              <a:ext uri="{FF2B5EF4-FFF2-40B4-BE49-F238E27FC236}">
                <a16:creationId xmlns:a16="http://schemas.microsoft.com/office/drawing/2014/main" id="{6014B5D3-F9F9-A245-9815-38DDF0230205}"/>
              </a:ext>
            </a:extLst>
          </p:cNvPr>
          <p:cNvSpPr/>
          <p:nvPr/>
        </p:nvSpPr>
        <p:spPr>
          <a:xfrm>
            <a:off x="5616029" y="3269289"/>
            <a:ext cx="715393" cy="24344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C097444-550D-DE89-9FD7-FBFA0CE3367F}"/>
              </a:ext>
            </a:extLst>
          </p:cNvPr>
          <p:cNvSpPr/>
          <p:nvPr/>
        </p:nvSpPr>
        <p:spPr>
          <a:xfrm>
            <a:off x="8607370" y="3895375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6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197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2E8D1-DFC0-651C-FBBD-9B3D11F93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타원 14">
            <a:extLst>
              <a:ext uri="{FF2B5EF4-FFF2-40B4-BE49-F238E27FC236}">
                <a16:creationId xmlns:a16="http://schemas.microsoft.com/office/drawing/2014/main" id="{E2490917-5A3D-64CF-6F83-7EC1CC277962}"/>
              </a:ext>
            </a:extLst>
          </p:cNvPr>
          <p:cNvSpPr/>
          <p:nvPr/>
        </p:nvSpPr>
        <p:spPr>
          <a:xfrm>
            <a:off x="-23722" y="1866191"/>
            <a:ext cx="5676297" cy="44899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310356-1917-A629-64BA-EFA611AB94FE}"/>
              </a:ext>
            </a:extLst>
          </p:cNvPr>
          <p:cNvSpPr txBox="1"/>
          <p:nvPr/>
        </p:nvSpPr>
        <p:spPr>
          <a:xfrm>
            <a:off x="132522" y="1325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힙정렬연습문제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112516-D1E8-7D9C-D635-611CF5792F52}"/>
              </a:ext>
            </a:extLst>
          </p:cNvPr>
          <p:cNvSpPr txBox="1"/>
          <p:nvPr/>
        </p:nvSpPr>
        <p:spPr>
          <a:xfrm>
            <a:off x="132522" y="50185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6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B4F42-46C9-8510-D7EE-F97BFD35E454}"/>
              </a:ext>
            </a:extLst>
          </p:cNvPr>
          <p:cNvSpPr txBox="1"/>
          <p:nvPr/>
        </p:nvSpPr>
        <p:spPr>
          <a:xfrm>
            <a:off x="5456896" y="68652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</a:t>
            </a:r>
            <a:r>
              <a:rPr kumimoji="1" lang="ko-KR" altLang="en-US" dirty="0"/>
              <a:t>단계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1EA638AF-1466-0FB9-F508-420916AC7F3E}"/>
              </a:ext>
            </a:extLst>
          </p:cNvPr>
          <p:cNvGrpSpPr/>
          <p:nvPr/>
        </p:nvGrpSpPr>
        <p:grpSpPr>
          <a:xfrm>
            <a:off x="358385" y="2161554"/>
            <a:ext cx="5098511" cy="3096482"/>
            <a:chOff x="1807367" y="1873456"/>
            <a:chExt cx="5098511" cy="309648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48EF6E33-3FF2-8888-4E6F-C6B7360B0D06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C48B692-98B1-A750-969D-7F80E472426D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9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55F12760-ACD8-B40D-E8D7-3E1B06412902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31FC5936-574B-5075-7198-681CBE7896B9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7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4E130D77-1CDD-BCCC-9F77-19B6E8570EE0}"/>
                </a:ext>
              </a:extLst>
            </p:cNvPr>
            <p:cNvSpPr/>
            <p:nvPr/>
          </p:nvSpPr>
          <p:spPr>
            <a:xfrm>
              <a:off x="4180599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6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47AB7398-28A8-4012-B423-DD7623A86F40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BA20AB2-5E3A-539D-20B1-C0DB72315E0A}"/>
                </a:ext>
              </a:extLst>
            </p:cNvPr>
            <p:cNvSpPr/>
            <p:nvPr/>
          </p:nvSpPr>
          <p:spPr>
            <a:xfrm>
              <a:off x="6365878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8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1573CF00-60DC-6E6B-0E64-2EA90678BA0F}"/>
                </a:ext>
              </a:extLst>
            </p:cNvPr>
            <p:cNvSpPr/>
            <p:nvPr/>
          </p:nvSpPr>
          <p:spPr>
            <a:xfrm>
              <a:off x="1807367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E01CD-C9FE-DE8E-5CA0-DA3598E1E0DF}"/>
                </a:ext>
              </a:extLst>
            </p:cNvPr>
            <p:cNvSpPr/>
            <p:nvPr/>
          </p:nvSpPr>
          <p:spPr>
            <a:xfrm>
              <a:off x="3093186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26BB752-389B-BAAA-14EB-7AF36E5E797B}"/>
                </a:ext>
              </a:extLst>
            </p:cNvPr>
            <p:cNvSpPr/>
            <p:nvPr/>
          </p:nvSpPr>
          <p:spPr>
            <a:xfrm>
              <a:off x="3863922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BB8751C-9B3F-E4EA-1C04-A8C59CBBA593}"/>
                </a:ext>
              </a:extLst>
            </p:cNvPr>
            <p:cNvSpPr txBox="1"/>
            <p:nvPr/>
          </p:nvSpPr>
          <p:spPr>
            <a:xfrm>
              <a:off x="5838963" y="2855301"/>
              <a:ext cx="437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10</a:t>
              </a:r>
              <a:endParaRPr kumimoji="1" lang="ko-KR" altLang="en-US" dirty="0"/>
            </a:p>
          </p:txBody>
        </p: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872D8F28-CAD2-314A-C88C-6C93C5817A43}"/>
                </a:ext>
              </a:extLst>
            </p:cNvPr>
            <p:cNvCxnSpPr>
              <a:stCxn id="5" idx="2"/>
              <a:endCxn id="6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[R] 22">
              <a:extLst>
                <a:ext uri="{FF2B5EF4-FFF2-40B4-BE49-F238E27FC236}">
                  <a16:creationId xmlns:a16="http://schemas.microsoft.com/office/drawing/2014/main" id="{79ED8AC8-0254-037D-3831-AF10D2890A88}"/>
                </a:ext>
              </a:extLst>
            </p:cNvPr>
            <p:cNvCxnSpPr>
              <a:stCxn id="5" idx="6"/>
              <a:endCxn id="7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D77D55F0-1A0A-8E38-1454-CA078DD982E0}"/>
                </a:ext>
              </a:extLst>
            </p:cNvPr>
            <p:cNvCxnSpPr>
              <a:cxnSpLocks/>
              <a:stCxn id="6" idx="3"/>
              <a:endCxn id="8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A347E328-A14B-76EC-3B45-00DC98384134}"/>
                </a:ext>
              </a:extLst>
            </p:cNvPr>
            <p:cNvCxnSpPr>
              <a:stCxn id="6" idx="5"/>
              <a:endCxn id="9" idx="1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[R] 29">
              <a:extLst>
                <a:ext uri="{FF2B5EF4-FFF2-40B4-BE49-F238E27FC236}">
                  <a16:creationId xmlns:a16="http://schemas.microsoft.com/office/drawing/2014/main" id="{192D0B26-819D-AE23-7837-C7CED64118A2}"/>
                </a:ext>
              </a:extLst>
            </p:cNvPr>
            <p:cNvCxnSpPr>
              <a:cxnSpLocks/>
              <a:stCxn id="8" idx="3"/>
              <a:endCxn id="12" idx="0"/>
            </p:cNvCxnSpPr>
            <p:nvPr/>
          </p:nvCxnSpPr>
          <p:spPr>
            <a:xfrm flipH="1">
              <a:off x="2077367" y="3988139"/>
              <a:ext cx="447537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[R] 31">
              <a:extLst>
                <a:ext uri="{FF2B5EF4-FFF2-40B4-BE49-F238E27FC236}">
                  <a16:creationId xmlns:a16="http://schemas.microsoft.com/office/drawing/2014/main" id="{67040802-D38F-46F8-8F78-4761464578E4}"/>
                </a:ext>
              </a:extLst>
            </p:cNvPr>
            <p:cNvCxnSpPr>
              <a:cxnSpLocks/>
              <a:stCxn id="8" idx="5"/>
              <a:endCxn id="13" idx="0"/>
            </p:cNvCxnSpPr>
            <p:nvPr/>
          </p:nvCxnSpPr>
          <p:spPr>
            <a:xfrm>
              <a:off x="2906742" y="3988139"/>
              <a:ext cx="456444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[R] 33">
              <a:extLst>
                <a:ext uri="{FF2B5EF4-FFF2-40B4-BE49-F238E27FC236}">
                  <a16:creationId xmlns:a16="http://schemas.microsoft.com/office/drawing/2014/main" id="{4F97A20C-1F2E-F090-84FF-25AA64333591}"/>
                </a:ext>
              </a:extLst>
            </p:cNvPr>
            <p:cNvCxnSpPr>
              <a:cxnSpLocks/>
              <a:stCxn id="9" idx="4"/>
              <a:endCxn id="14" idx="0"/>
            </p:cNvCxnSpPr>
            <p:nvPr/>
          </p:nvCxnSpPr>
          <p:spPr>
            <a:xfrm flipH="1">
              <a:off x="4133922" y="4067018"/>
              <a:ext cx="316677" cy="3643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[R] 36">
              <a:extLst>
                <a:ext uri="{FF2B5EF4-FFF2-40B4-BE49-F238E27FC236}">
                  <a16:creationId xmlns:a16="http://schemas.microsoft.com/office/drawing/2014/main" id="{86B7B717-37C0-EDE3-A857-1083A327BCDB}"/>
                </a:ext>
              </a:extLst>
            </p:cNvPr>
            <p:cNvCxnSpPr>
              <a:cxnSpLocks/>
              <a:stCxn id="7" idx="3"/>
              <a:endCxn id="10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[R] 38">
              <a:extLst>
                <a:ext uri="{FF2B5EF4-FFF2-40B4-BE49-F238E27FC236}">
                  <a16:creationId xmlns:a16="http://schemas.microsoft.com/office/drawing/2014/main" id="{4669A054-8CBD-E94E-36E2-BD85876E4805}"/>
                </a:ext>
              </a:extLst>
            </p:cNvPr>
            <p:cNvCxnSpPr>
              <a:stCxn id="7" idx="5"/>
              <a:endCxn id="11" idx="1"/>
            </p:cNvCxnSpPr>
            <p:nvPr/>
          </p:nvCxnSpPr>
          <p:spPr>
            <a:xfrm>
              <a:off x="6241892" y="3224633"/>
              <a:ext cx="203067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46267405-5CA6-7A5D-E30B-9B50ACA3F35A}"/>
              </a:ext>
            </a:extLst>
          </p:cNvPr>
          <p:cNvGrpSpPr/>
          <p:nvPr/>
        </p:nvGrpSpPr>
        <p:grpSpPr>
          <a:xfrm>
            <a:off x="6328123" y="2161554"/>
            <a:ext cx="5098511" cy="3096482"/>
            <a:chOff x="1807367" y="1873456"/>
            <a:chExt cx="5098511" cy="3096482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BDFEB7C0-92C0-84C7-C78E-9334D43AEFA3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49F6FE27-1390-1EEF-34AB-6E0874C37C3F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9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6312608-929E-C02F-A631-EB49CB366A4E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8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355374C9-51C1-23C8-FBD4-BE15AFE47A8B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7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E408DFBB-9BDD-DB5D-A736-208B7AEDE659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62F9268A-DF46-B145-BC7C-F3A405FE4F61}"/>
                </a:ext>
              </a:extLst>
            </p:cNvPr>
            <p:cNvSpPr/>
            <p:nvPr/>
          </p:nvSpPr>
          <p:spPr>
            <a:xfrm>
              <a:off x="6365878" y="35174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ADF5E3AF-B7DA-36D4-863A-087F35E15835}"/>
                </a:ext>
              </a:extLst>
            </p:cNvPr>
            <p:cNvSpPr/>
            <p:nvPr/>
          </p:nvSpPr>
          <p:spPr>
            <a:xfrm>
              <a:off x="1807367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71FB2509-F012-2D8B-EAAC-597DF638D7A6}"/>
                </a:ext>
              </a:extLst>
            </p:cNvPr>
            <p:cNvSpPr/>
            <p:nvPr/>
          </p:nvSpPr>
          <p:spPr>
            <a:xfrm>
              <a:off x="3093186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40B69FCF-A3F7-AEA7-0F21-7447A64F033A}"/>
                </a:ext>
              </a:extLst>
            </p:cNvPr>
            <p:cNvSpPr/>
            <p:nvPr/>
          </p:nvSpPr>
          <p:spPr>
            <a:xfrm>
              <a:off x="3863922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2DCF650-7FEF-D7A4-C7B9-199DE59EC72E}"/>
                </a:ext>
              </a:extLst>
            </p:cNvPr>
            <p:cNvSpPr txBox="1"/>
            <p:nvPr/>
          </p:nvSpPr>
          <p:spPr>
            <a:xfrm>
              <a:off x="4626614" y="1958100"/>
              <a:ext cx="437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10</a:t>
              </a:r>
              <a:endParaRPr kumimoji="1" lang="ko-KR" altLang="en-US" dirty="0"/>
            </a:p>
          </p:txBody>
        </p:sp>
        <p:cxnSp>
          <p:nvCxnSpPr>
            <p:cNvPr id="93" name="직선 연결선[R] 92">
              <a:extLst>
                <a:ext uri="{FF2B5EF4-FFF2-40B4-BE49-F238E27FC236}">
                  <a16:creationId xmlns:a16="http://schemas.microsoft.com/office/drawing/2014/main" id="{9CC52517-D04B-105B-B042-A47307E0A71A}"/>
                </a:ext>
              </a:extLst>
            </p:cNvPr>
            <p:cNvCxnSpPr>
              <a:stCxn id="82" idx="2"/>
              <a:endCxn id="83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[R] 93">
              <a:extLst>
                <a:ext uri="{FF2B5EF4-FFF2-40B4-BE49-F238E27FC236}">
                  <a16:creationId xmlns:a16="http://schemas.microsoft.com/office/drawing/2014/main" id="{5B7B15B3-7A7E-3872-2295-0CC29BD3E267}"/>
                </a:ext>
              </a:extLst>
            </p:cNvPr>
            <p:cNvCxnSpPr>
              <a:stCxn id="82" idx="6"/>
              <a:endCxn id="84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[R] 94">
              <a:extLst>
                <a:ext uri="{FF2B5EF4-FFF2-40B4-BE49-F238E27FC236}">
                  <a16:creationId xmlns:a16="http://schemas.microsoft.com/office/drawing/2014/main" id="{4C6CADC4-9F89-78E4-A055-750570E30B8B}"/>
                </a:ext>
              </a:extLst>
            </p:cNvPr>
            <p:cNvCxnSpPr>
              <a:cxnSpLocks/>
              <a:stCxn id="83" idx="3"/>
              <a:endCxn id="85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[R] 95">
              <a:extLst>
                <a:ext uri="{FF2B5EF4-FFF2-40B4-BE49-F238E27FC236}">
                  <a16:creationId xmlns:a16="http://schemas.microsoft.com/office/drawing/2014/main" id="{2DD1F791-D3B6-DE02-8B9E-D48448BBF9F8}"/>
                </a:ext>
              </a:extLst>
            </p:cNvPr>
            <p:cNvCxnSpPr>
              <a:cxnSpLocks/>
              <a:stCxn id="83" idx="5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[R] 96">
              <a:extLst>
                <a:ext uri="{FF2B5EF4-FFF2-40B4-BE49-F238E27FC236}">
                  <a16:creationId xmlns:a16="http://schemas.microsoft.com/office/drawing/2014/main" id="{01A63111-C604-BA18-0992-B32A21626926}"/>
                </a:ext>
              </a:extLst>
            </p:cNvPr>
            <p:cNvCxnSpPr>
              <a:cxnSpLocks/>
              <a:stCxn id="85" idx="3"/>
              <a:endCxn id="89" idx="0"/>
            </p:cNvCxnSpPr>
            <p:nvPr/>
          </p:nvCxnSpPr>
          <p:spPr>
            <a:xfrm flipH="1">
              <a:off x="2077367" y="3988139"/>
              <a:ext cx="447537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[R] 97">
              <a:extLst>
                <a:ext uri="{FF2B5EF4-FFF2-40B4-BE49-F238E27FC236}">
                  <a16:creationId xmlns:a16="http://schemas.microsoft.com/office/drawing/2014/main" id="{94C108BB-14B2-1286-EF7C-F9F6B0CCC48F}"/>
                </a:ext>
              </a:extLst>
            </p:cNvPr>
            <p:cNvCxnSpPr>
              <a:cxnSpLocks/>
              <a:stCxn id="85" idx="5"/>
              <a:endCxn id="90" idx="0"/>
            </p:cNvCxnSpPr>
            <p:nvPr/>
          </p:nvCxnSpPr>
          <p:spPr>
            <a:xfrm>
              <a:off x="2906742" y="3988139"/>
              <a:ext cx="456444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[R] 98">
              <a:extLst>
                <a:ext uri="{FF2B5EF4-FFF2-40B4-BE49-F238E27FC236}">
                  <a16:creationId xmlns:a16="http://schemas.microsoft.com/office/drawing/2014/main" id="{951E3253-A8CB-7CDF-80EE-A64A4CEC24E8}"/>
                </a:ext>
              </a:extLst>
            </p:cNvPr>
            <p:cNvCxnSpPr>
              <a:cxnSpLocks/>
              <a:endCxn id="91" idx="0"/>
            </p:cNvCxnSpPr>
            <p:nvPr/>
          </p:nvCxnSpPr>
          <p:spPr>
            <a:xfrm flipH="1">
              <a:off x="4133922" y="4067018"/>
              <a:ext cx="316677" cy="3643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[R] 99">
              <a:extLst>
                <a:ext uri="{FF2B5EF4-FFF2-40B4-BE49-F238E27FC236}">
                  <a16:creationId xmlns:a16="http://schemas.microsoft.com/office/drawing/2014/main" id="{613C34E3-3AA3-9CD4-A0C5-FC7FDDA492B6}"/>
                </a:ext>
              </a:extLst>
            </p:cNvPr>
            <p:cNvCxnSpPr>
              <a:cxnSpLocks/>
              <a:stCxn id="84" idx="3"/>
              <a:endCxn id="87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[R] 100">
              <a:extLst>
                <a:ext uri="{FF2B5EF4-FFF2-40B4-BE49-F238E27FC236}">
                  <a16:creationId xmlns:a16="http://schemas.microsoft.com/office/drawing/2014/main" id="{233C5565-77F5-152F-D622-9B2B8A23650D}"/>
                </a:ext>
              </a:extLst>
            </p:cNvPr>
            <p:cNvCxnSpPr>
              <a:stCxn id="84" idx="5"/>
              <a:endCxn id="88" idx="1"/>
            </p:cNvCxnSpPr>
            <p:nvPr/>
          </p:nvCxnSpPr>
          <p:spPr>
            <a:xfrm>
              <a:off x="6241892" y="3224633"/>
              <a:ext cx="203067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오른쪽 화살표[R] 105">
            <a:extLst>
              <a:ext uri="{FF2B5EF4-FFF2-40B4-BE49-F238E27FC236}">
                <a16:creationId xmlns:a16="http://schemas.microsoft.com/office/drawing/2014/main" id="{A55049BC-5F05-CF6D-64D6-0CD4B6CEEAA4}"/>
              </a:ext>
            </a:extLst>
          </p:cNvPr>
          <p:cNvSpPr/>
          <p:nvPr/>
        </p:nvSpPr>
        <p:spPr>
          <a:xfrm>
            <a:off x="5616029" y="3269289"/>
            <a:ext cx="715393" cy="24344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6743619-BF44-4A75-7B23-FF9EF4685ED4}"/>
              </a:ext>
            </a:extLst>
          </p:cNvPr>
          <p:cNvSpPr/>
          <p:nvPr/>
        </p:nvSpPr>
        <p:spPr>
          <a:xfrm>
            <a:off x="8607370" y="3895375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6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321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80F27-566F-3CC2-1D78-6C44B809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E727A1-7878-FAEF-051D-DCC7CE6EB57C}"/>
              </a:ext>
            </a:extLst>
          </p:cNvPr>
          <p:cNvSpPr txBox="1"/>
          <p:nvPr/>
        </p:nvSpPr>
        <p:spPr>
          <a:xfrm>
            <a:off x="132522" y="1325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힙정렬연습문제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58703-A33B-7604-A315-5C8DE3F0B12A}"/>
              </a:ext>
            </a:extLst>
          </p:cNvPr>
          <p:cNvSpPr txBox="1"/>
          <p:nvPr/>
        </p:nvSpPr>
        <p:spPr>
          <a:xfrm>
            <a:off x="132522" y="50185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6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E7526-4D4D-7C30-27C7-4CC287084AC1}"/>
              </a:ext>
            </a:extLst>
          </p:cNvPr>
          <p:cNvSpPr txBox="1"/>
          <p:nvPr/>
        </p:nvSpPr>
        <p:spPr>
          <a:xfrm>
            <a:off x="5456896" y="68652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</a:t>
            </a:r>
            <a:r>
              <a:rPr kumimoji="1" lang="ko-KR" altLang="en-US" dirty="0"/>
              <a:t>단계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CD9C00AE-6B6F-24FF-0B87-E14CE60BB616}"/>
              </a:ext>
            </a:extLst>
          </p:cNvPr>
          <p:cNvGrpSpPr/>
          <p:nvPr/>
        </p:nvGrpSpPr>
        <p:grpSpPr>
          <a:xfrm>
            <a:off x="358385" y="2161554"/>
            <a:ext cx="5098511" cy="3096482"/>
            <a:chOff x="1807367" y="1873456"/>
            <a:chExt cx="5098511" cy="309648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482F088B-2A3E-91BC-619F-B968FB6C3FA2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147BB8C-2E7E-4432-D62C-9C3E2BFCB344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9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40AA7CDD-8F70-01D0-FAFE-2CEFECB5A036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8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C4032B9-7689-E172-631E-871538432A9A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7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12498989-E468-495B-B19D-09FA3D241554}"/>
                </a:ext>
              </a:extLst>
            </p:cNvPr>
            <p:cNvSpPr/>
            <p:nvPr/>
          </p:nvSpPr>
          <p:spPr>
            <a:xfrm>
              <a:off x="4180599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6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3EFED67-DDB0-2857-6649-4E4D75DD2980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78DAEFD6-5D8A-D9B8-FEE1-407B4C8456AF}"/>
                </a:ext>
              </a:extLst>
            </p:cNvPr>
            <p:cNvSpPr/>
            <p:nvPr/>
          </p:nvSpPr>
          <p:spPr>
            <a:xfrm>
              <a:off x="6365878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815A39B7-D68F-4033-C82C-1DDD91FBBA88}"/>
                </a:ext>
              </a:extLst>
            </p:cNvPr>
            <p:cNvSpPr/>
            <p:nvPr/>
          </p:nvSpPr>
          <p:spPr>
            <a:xfrm>
              <a:off x="1807367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4485658-8A5A-07B9-CE2E-F49018690216}"/>
                </a:ext>
              </a:extLst>
            </p:cNvPr>
            <p:cNvSpPr/>
            <p:nvPr/>
          </p:nvSpPr>
          <p:spPr>
            <a:xfrm>
              <a:off x="3093186" y="443131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383FAD4-8AAC-5081-30C4-28915B6C6E61}"/>
                </a:ext>
              </a:extLst>
            </p:cNvPr>
            <p:cNvSpPr/>
            <p:nvPr/>
          </p:nvSpPr>
          <p:spPr>
            <a:xfrm>
              <a:off x="3863922" y="443131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13AF46-DBD6-EA2E-7FB7-89E8D49D310E}"/>
                </a:ext>
              </a:extLst>
            </p:cNvPr>
            <p:cNvSpPr txBox="1"/>
            <p:nvPr/>
          </p:nvSpPr>
          <p:spPr>
            <a:xfrm>
              <a:off x="4626614" y="1958100"/>
              <a:ext cx="437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10</a:t>
              </a:r>
              <a:endParaRPr kumimoji="1" lang="ko-KR" altLang="en-US" dirty="0"/>
            </a:p>
          </p:txBody>
        </p: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1E4DC378-36E9-39EC-EC53-E1C5D8D406A1}"/>
                </a:ext>
              </a:extLst>
            </p:cNvPr>
            <p:cNvCxnSpPr>
              <a:stCxn id="5" idx="2"/>
              <a:endCxn id="6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[R] 22">
              <a:extLst>
                <a:ext uri="{FF2B5EF4-FFF2-40B4-BE49-F238E27FC236}">
                  <a16:creationId xmlns:a16="http://schemas.microsoft.com/office/drawing/2014/main" id="{8ABA9392-C65D-EBCA-B449-65BAB14F73D5}"/>
                </a:ext>
              </a:extLst>
            </p:cNvPr>
            <p:cNvCxnSpPr>
              <a:stCxn id="5" idx="6"/>
              <a:endCxn id="7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927C9B93-DF7E-73AE-6A87-A8C215624E4E}"/>
                </a:ext>
              </a:extLst>
            </p:cNvPr>
            <p:cNvCxnSpPr>
              <a:cxnSpLocks/>
              <a:stCxn id="6" idx="3"/>
              <a:endCxn id="8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D85EC8F7-B727-1453-DEA8-47EF14FA4E4F}"/>
                </a:ext>
              </a:extLst>
            </p:cNvPr>
            <p:cNvCxnSpPr>
              <a:stCxn id="6" idx="5"/>
              <a:endCxn id="9" idx="1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[R] 29">
              <a:extLst>
                <a:ext uri="{FF2B5EF4-FFF2-40B4-BE49-F238E27FC236}">
                  <a16:creationId xmlns:a16="http://schemas.microsoft.com/office/drawing/2014/main" id="{E7C34F46-9164-4D6B-81EB-E3AF8D0D8294}"/>
                </a:ext>
              </a:extLst>
            </p:cNvPr>
            <p:cNvCxnSpPr>
              <a:cxnSpLocks/>
              <a:stCxn id="8" idx="3"/>
              <a:endCxn id="12" idx="0"/>
            </p:cNvCxnSpPr>
            <p:nvPr/>
          </p:nvCxnSpPr>
          <p:spPr>
            <a:xfrm flipH="1">
              <a:off x="2077367" y="3988139"/>
              <a:ext cx="447537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[R] 31">
              <a:extLst>
                <a:ext uri="{FF2B5EF4-FFF2-40B4-BE49-F238E27FC236}">
                  <a16:creationId xmlns:a16="http://schemas.microsoft.com/office/drawing/2014/main" id="{E16751D2-CF61-8C0D-44AB-F01444EDD3C8}"/>
                </a:ext>
              </a:extLst>
            </p:cNvPr>
            <p:cNvCxnSpPr>
              <a:cxnSpLocks/>
              <a:stCxn id="8" idx="5"/>
              <a:endCxn id="13" idx="0"/>
            </p:cNvCxnSpPr>
            <p:nvPr/>
          </p:nvCxnSpPr>
          <p:spPr>
            <a:xfrm>
              <a:off x="2906742" y="3988139"/>
              <a:ext cx="456444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[R] 33">
              <a:extLst>
                <a:ext uri="{FF2B5EF4-FFF2-40B4-BE49-F238E27FC236}">
                  <a16:creationId xmlns:a16="http://schemas.microsoft.com/office/drawing/2014/main" id="{50D79E9B-C9D8-B8EE-EA28-2CAB3264081A}"/>
                </a:ext>
              </a:extLst>
            </p:cNvPr>
            <p:cNvCxnSpPr>
              <a:cxnSpLocks/>
              <a:stCxn id="9" idx="4"/>
              <a:endCxn id="14" idx="0"/>
            </p:cNvCxnSpPr>
            <p:nvPr/>
          </p:nvCxnSpPr>
          <p:spPr>
            <a:xfrm flipH="1">
              <a:off x="4133922" y="4067018"/>
              <a:ext cx="316677" cy="3643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[R] 36">
              <a:extLst>
                <a:ext uri="{FF2B5EF4-FFF2-40B4-BE49-F238E27FC236}">
                  <a16:creationId xmlns:a16="http://schemas.microsoft.com/office/drawing/2014/main" id="{6DE75E59-E8A6-600D-C7B7-A9A272F7A323}"/>
                </a:ext>
              </a:extLst>
            </p:cNvPr>
            <p:cNvCxnSpPr>
              <a:cxnSpLocks/>
              <a:stCxn id="7" idx="3"/>
              <a:endCxn id="10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[R] 38">
              <a:extLst>
                <a:ext uri="{FF2B5EF4-FFF2-40B4-BE49-F238E27FC236}">
                  <a16:creationId xmlns:a16="http://schemas.microsoft.com/office/drawing/2014/main" id="{8D3A0B88-DA3D-31E4-F85F-D699F5E7328D}"/>
                </a:ext>
              </a:extLst>
            </p:cNvPr>
            <p:cNvCxnSpPr>
              <a:stCxn id="7" idx="5"/>
              <a:endCxn id="11" idx="1"/>
            </p:cNvCxnSpPr>
            <p:nvPr/>
          </p:nvCxnSpPr>
          <p:spPr>
            <a:xfrm>
              <a:off x="6241892" y="3224633"/>
              <a:ext cx="203067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E6699DA-9A22-6B0D-56B2-BB40F73DDFA2}"/>
              </a:ext>
            </a:extLst>
          </p:cNvPr>
          <p:cNvGrpSpPr/>
          <p:nvPr/>
        </p:nvGrpSpPr>
        <p:grpSpPr>
          <a:xfrm>
            <a:off x="6328123" y="2161554"/>
            <a:ext cx="5098511" cy="3096482"/>
            <a:chOff x="1807367" y="1873456"/>
            <a:chExt cx="5098511" cy="3096482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D98D7F00-898D-B17E-6FF1-ECE9DC4BABFF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9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25B66EAF-110A-5644-0FF1-C4B8E352F205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7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E98F2986-9D08-8C4C-78C8-268A42FA42D7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8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2EAF0313-E9A3-2237-1193-8A1B897A824C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0FBC0DCC-CA47-36D9-145F-6EC305249AD7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32512918-CF98-D11C-D898-B4B05B578479}"/>
                </a:ext>
              </a:extLst>
            </p:cNvPr>
            <p:cNvSpPr/>
            <p:nvPr/>
          </p:nvSpPr>
          <p:spPr>
            <a:xfrm>
              <a:off x="6365878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6C5BFB1D-CE47-DE9C-8FDB-16B1A16B09BB}"/>
                </a:ext>
              </a:extLst>
            </p:cNvPr>
            <p:cNvSpPr/>
            <p:nvPr/>
          </p:nvSpPr>
          <p:spPr>
            <a:xfrm>
              <a:off x="1807367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38E75351-DFA1-F810-BA1F-F646F57FB4B9}"/>
                </a:ext>
              </a:extLst>
            </p:cNvPr>
            <p:cNvSpPr/>
            <p:nvPr/>
          </p:nvSpPr>
          <p:spPr>
            <a:xfrm>
              <a:off x="3093186" y="443131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93" name="직선 연결선[R] 92">
              <a:extLst>
                <a:ext uri="{FF2B5EF4-FFF2-40B4-BE49-F238E27FC236}">
                  <a16:creationId xmlns:a16="http://schemas.microsoft.com/office/drawing/2014/main" id="{1D26F96F-24F6-DE02-9813-2DF1A1F37FB6}"/>
                </a:ext>
              </a:extLst>
            </p:cNvPr>
            <p:cNvCxnSpPr>
              <a:stCxn id="82" idx="2"/>
              <a:endCxn id="83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[R] 93">
              <a:extLst>
                <a:ext uri="{FF2B5EF4-FFF2-40B4-BE49-F238E27FC236}">
                  <a16:creationId xmlns:a16="http://schemas.microsoft.com/office/drawing/2014/main" id="{75329A41-3FBE-A399-470A-4587779D8F7F}"/>
                </a:ext>
              </a:extLst>
            </p:cNvPr>
            <p:cNvCxnSpPr>
              <a:stCxn id="82" idx="6"/>
              <a:endCxn id="84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[R] 94">
              <a:extLst>
                <a:ext uri="{FF2B5EF4-FFF2-40B4-BE49-F238E27FC236}">
                  <a16:creationId xmlns:a16="http://schemas.microsoft.com/office/drawing/2014/main" id="{15B08CCD-4105-AAC1-41B0-ABA2CA38E397}"/>
                </a:ext>
              </a:extLst>
            </p:cNvPr>
            <p:cNvCxnSpPr>
              <a:cxnSpLocks/>
              <a:stCxn id="83" idx="3"/>
              <a:endCxn id="85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[R] 95">
              <a:extLst>
                <a:ext uri="{FF2B5EF4-FFF2-40B4-BE49-F238E27FC236}">
                  <a16:creationId xmlns:a16="http://schemas.microsoft.com/office/drawing/2014/main" id="{E9F35B4D-32AF-D2A8-F6BB-8C89DCE7344A}"/>
                </a:ext>
              </a:extLst>
            </p:cNvPr>
            <p:cNvCxnSpPr>
              <a:cxnSpLocks/>
              <a:stCxn id="83" idx="5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[R] 96">
              <a:extLst>
                <a:ext uri="{FF2B5EF4-FFF2-40B4-BE49-F238E27FC236}">
                  <a16:creationId xmlns:a16="http://schemas.microsoft.com/office/drawing/2014/main" id="{4F823161-6A5A-C5EC-C095-589F791CBB1A}"/>
                </a:ext>
              </a:extLst>
            </p:cNvPr>
            <p:cNvCxnSpPr>
              <a:cxnSpLocks/>
              <a:stCxn id="85" idx="3"/>
              <a:endCxn id="89" idx="0"/>
            </p:cNvCxnSpPr>
            <p:nvPr/>
          </p:nvCxnSpPr>
          <p:spPr>
            <a:xfrm flipH="1">
              <a:off x="2077367" y="3988139"/>
              <a:ext cx="447537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[R] 97">
              <a:extLst>
                <a:ext uri="{FF2B5EF4-FFF2-40B4-BE49-F238E27FC236}">
                  <a16:creationId xmlns:a16="http://schemas.microsoft.com/office/drawing/2014/main" id="{555AD1CB-5985-3D00-3303-2E74274037E2}"/>
                </a:ext>
              </a:extLst>
            </p:cNvPr>
            <p:cNvCxnSpPr>
              <a:cxnSpLocks/>
              <a:stCxn id="85" idx="5"/>
              <a:endCxn id="90" idx="0"/>
            </p:cNvCxnSpPr>
            <p:nvPr/>
          </p:nvCxnSpPr>
          <p:spPr>
            <a:xfrm>
              <a:off x="2906742" y="3988139"/>
              <a:ext cx="456444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[R] 99">
              <a:extLst>
                <a:ext uri="{FF2B5EF4-FFF2-40B4-BE49-F238E27FC236}">
                  <a16:creationId xmlns:a16="http://schemas.microsoft.com/office/drawing/2014/main" id="{E239E5B1-24EC-2443-12E9-4975EEC795E9}"/>
                </a:ext>
              </a:extLst>
            </p:cNvPr>
            <p:cNvCxnSpPr>
              <a:cxnSpLocks/>
              <a:stCxn id="84" idx="3"/>
              <a:endCxn id="87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[R] 100">
              <a:extLst>
                <a:ext uri="{FF2B5EF4-FFF2-40B4-BE49-F238E27FC236}">
                  <a16:creationId xmlns:a16="http://schemas.microsoft.com/office/drawing/2014/main" id="{BD3A50BA-65FE-D0F1-49B6-C10765B54FD1}"/>
                </a:ext>
              </a:extLst>
            </p:cNvPr>
            <p:cNvCxnSpPr>
              <a:stCxn id="84" idx="5"/>
              <a:endCxn id="88" idx="1"/>
            </p:cNvCxnSpPr>
            <p:nvPr/>
          </p:nvCxnSpPr>
          <p:spPr>
            <a:xfrm>
              <a:off x="6241892" y="3224633"/>
              <a:ext cx="203067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오른쪽 화살표[R] 105">
            <a:extLst>
              <a:ext uri="{FF2B5EF4-FFF2-40B4-BE49-F238E27FC236}">
                <a16:creationId xmlns:a16="http://schemas.microsoft.com/office/drawing/2014/main" id="{2FC599D7-1B8A-F730-6B26-D29FACFFB646}"/>
              </a:ext>
            </a:extLst>
          </p:cNvPr>
          <p:cNvSpPr/>
          <p:nvPr/>
        </p:nvSpPr>
        <p:spPr>
          <a:xfrm>
            <a:off x="5616029" y="3269289"/>
            <a:ext cx="715393" cy="24344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0303BC0-5CD6-9ED6-C1A4-816962778A70}"/>
              </a:ext>
            </a:extLst>
          </p:cNvPr>
          <p:cNvSpPr/>
          <p:nvPr/>
        </p:nvSpPr>
        <p:spPr>
          <a:xfrm>
            <a:off x="8607370" y="3895375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6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7AB83F12-99CE-D358-1F8E-2F83E56EC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957801"/>
              </p:ext>
            </p:extLst>
          </p:nvPr>
        </p:nvGraphicFramePr>
        <p:xfrm>
          <a:off x="2766525" y="5970514"/>
          <a:ext cx="61537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371">
                  <a:extLst>
                    <a:ext uri="{9D8B030D-6E8A-4147-A177-3AD203B41FA5}">
                      <a16:colId xmlns:a16="http://schemas.microsoft.com/office/drawing/2014/main" val="2037875561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41060822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934683527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64920318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256350886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90287804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11835278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46675683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09459569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67621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14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840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42738-0B57-7F50-73BB-C63E4008C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7AFFDC-1009-7D4D-E01A-0F53415DA790}"/>
              </a:ext>
            </a:extLst>
          </p:cNvPr>
          <p:cNvSpPr txBox="1"/>
          <p:nvPr/>
        </p:nvSpPr>
        <p:spPr>
          <a:xfrm>
            <a:off x="132522" y="1325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힙정렬연습문제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B5F2E-3FA9-3833-E541-0558BBABEECC}"/>
              </a:ext>
            </a:extLst>
          </p:cNvPr>
          <p:cNvSpPr txBox="1"/>
          <p:nvPr/>
        </p:nvSpPr>
        <p:spPr>
          <a:xfrm>
            <a:off x="132522" y="50185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6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7B62B3-E1F6-B15B-CA06-BA2E8DBF7E2E}"/>
              </a:ext>
            </a:extLst>
          </p:cNvPr>
          <p:cNvSpPr txBox="1"/>
          <p:nvPr/>
        </p:nvSpPr>
        <p:spPr>
          <a:xfrm>
            <a:off x="5456896" y="68652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</a:t>
            </a:r>
            <a:r>
              <a:rPr kumimoji="1" lang="ko-KR" altLang="en-US" dirty="0"/>
              <a:t>단계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E13D3C79-B33E-7277-CA87-49B097A02E9D}"/>
              </a:ext>
            </a:extLst>
          </p:cNvPr>
          <p:cNvGrpSpPr/>
          <p:nvPr/>
        </p:nvGrpSpPr>
        <p:grpSpPr>
          <a:xfrm>
            <a:off x="358385" y="2161554"/>
            <a:ext cx="5098511" cy="3096482"/>
            <a:chOff x="1807367" y="1873456"/>
            <a:chExt cx="5098511" cy="309648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FA637A58-EF7F-ED2D-1E5A-3537D50E3F06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9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979E436-F41A-C89C-CCFB-B86C4D8A9244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7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A3C3DD27-9F3D-6893-5AF6-915AE43C4545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8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B34C89F4-AA4D-4949-ECE6-4358D1DCA65C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7E29E626-A005-FDC7-B29F-5E4782760493}"/>
                </a:ext>
              </a:extLst>
            </p:cNvPr>
            <p:cNvSpPr/>
            <p:nvPr/>
          </p:nvSpPr>
          <p:spPr>
            <a:xfrm>
              <a:off x="4180599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6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FE656426-9EF1-CE3F-8D56-4DA06ABB229A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FC54612-7B7A-0118-AAEF-5F782DF487D3}"/>
                </a:ext>
              </a:extLst>
            </p:cNvPr>
            <p:cNvSpPr/>
            <p:nvPr/>
          </p:nvSpPr>
          <p:spPr>
            <a:xfrm>
              <a:off x="6365878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A2E4DC65-F5F1-43CB-CF9A-7E0AC79BC34B}"/>
                </a:ext>
              </a:extLst>
            </p:cNvPr>
            <p:cNvSpPr/>
            <p:nvPr/>
          </p:nvSpPr>
          <p:spPr>
            <a:xfrm>
              <a:off x="1807367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D55AEC52-92F5-87F3-3DD5-FD46F2901455}"/>
                </a:ext>
              </a:extLst>
            </p:cNvPr>
            <p:cNvSpPr/>
            <p:nvPr/>
          </p:nvSpPr>
          <p:spPr>
            <a:xfrm>
              <a:off x="3093186" y="443131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BD0ADB70-E427-2B42-EEB9-25AD784DC37F}"/>
                </a:ext>
              </a:extLst>
            </p:cNvPr>
            <p:cNvCxnSpPr>
              <a:stCxn id="5" idx="2"/>
              <a:endCxn id="6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[R] 22">
              <a:extLst>
                <a:ext uri="{FF2B5EF4-FFF2-40B4-BE49-F238E27FC236}">
                  <a16:creationId xmlns:a16="http://schemas.microsoft.com/office/drawing/2014/main" id="{8E105404-5CDD-D10A-02ED-71730D8EC2FB}"/>
                </a:ext>
              </a:extLst>
            </p:cNvPr>
            <p:cNvCxnSpPr>
              <a:stCxn id="5" idx="6"/>
              <a:endCxn id="7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9940A654-E4E3-C34F-DE48-E245A883F2F4}"/>
                </a:ext>
              </a:extLst>
            </p:cNvPr>
            <p:cNvCxnSpPr>
              <a:cxnSpLocks/>
              <a:stCxn id="6" idx="3"/>
              <a:endCxn id="8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299C0EF3-633F-550C-2CA5-383CBABA84AA}"/>
                </a:ext>
              </a:extLst>
            </p:cNvPr>
            <p:cNvCxnSpPr>
              <a:stCxn id="6" idx="5"/>
              <a:endCxn id="9" idx="1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[R] 29">
              <a:extLst>
                <a:ext uri="{FF2B5EF4-FFF2-40B4-BE49-F238E27FC236}">
                  <a16:creationId xmlns:a16="http://schemas.microsoft.com/office/drawing/2014/main" id="{2CEC3D83-4F2C-27B1-6EE2-68B805016520}"/>
                </a:ext>
              </a:extLst>
            </p:cNvPr>
            <p:cNvCxnSpPr>
              <a:cxnSpLocks/>
              <a:stCxn id="8" idx="3"/>
              <a:endCxn id="12" idx="0"/>
            </p:cNvCxnSpPr>
            <p:nvPr/>
          </p:nvCxnSpPr>
          <p:spPr>
            <a:xfrm flipH="1">
              <a:off x="2077367" y="3988139"/>
              <a:ext cx="447537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[R] 31">
              <a:extLst>
                <a:ext uri="{FF2B5EF4-FFF2-40B4-BE49-F238E27FC236}">
                  <a16:creationId xmlns:a16="http://schemas.microsoft.com/office/drawing/2014/main" id="{2F151EF2-046B-EC42-666C-15CE9208D5A1}"/>
                </a:ext>
              </a:extLst>
            </p:cNvPr>
            <p:cNvCxnSpPr>
              <a:cxnSpLocks/>
              <a:stCxn id="8" idx="5"/>
              <a:endCxn id="13" idx="0"/>
            </p:cNvCxnSpPr>
            <p:nvPr/>
          </p:nvCxnSpPr>
          <p:spPr>
            <a:xfrm>
              <a:off x="2906742" y="3988139"/>
              <a:ext cx="456444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[R] 36">
              <a:extLst>
                <a:ext uri="{FF2B5EF4-FFF2-40B4-BE49-F238E27FC236}">
                  <a16:creationId xmlns:a16="http://schemas.microsoft.com/office/drawing/2014/main" id="{A7D35D69-372A-83C4-B956-F08F8C887E50}"/>
                </a:ext>
              </a:extLst>
            </p:cNvPr>
            <p:cNvCxnSpPr>
              <a:cxnSpLocks/>
              <a:stCxn id="7" idx="3"/>
              <a:endCxn id="10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[R] 38">
              <a:extLst>
                <a:ext uri="{FF2B5EF4-FFF2-40B4-BE49-F238E27FC236}">
                  <a16:creationId xmlns:a16="http://schemas.microsoft.com/office/drawing/2014/main" id="{37D42D5E-8531-6D70-B172-E176ADB21DC9}"/>
                </a:ext>
              </a:extLst>
            </p:cNvPr>
            <p:cNvCxnSpPr>
              <a:stCxn id="7" idx="5"/>
              <a:endCxn id="11" idx="1"/>
            </p:cNvCxnSpPr>
            <p:nvPr/>
          </p:nvCxnSpPr>
          <p:spPr>
            <a:xfrm>
              <a:off x="6241892" y="3224633"/>
              <a:ext cx="203067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AA27F1F-D8D4-A2E4-4FC3-1F1FBD9F347B}"/>
              </a:ext>
            </a:extLst>
          </p:cNvPr>
          <p:cNvGrpSpPr/>
          <p:nvPr/>
        </p:nvGrpSpPr>
        <p:grpSpPr>
          <a:xfrm>
            <a:off x="6328123" y="2161554"/>
            <a:ext cx="5098511" cy="3096482"/>
            <a:chOff x="1807367" y="1873456"/>
            <a:chExt cx="5098511" cy="3096482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5946DB11-790C-75FA-B3D0-83D483DE79B4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8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791578E6-2DA5-9EBC-CD11-6FFDC98F2F0E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7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FF0E0083-6BE6-0A1C-56C0-CA221B69921E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DE754580-439E-2971-7428-7BF5731A800B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16BA754B-4B3F-3CD7-5B53-C09097914CDD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3C1C0226-B8DC-2193-C359-5E9E2E042A6E}"/>
                </a:ext>
              </a:extLst>
            </p:cNvPr>
            <p:cNvSpPr/>
            <p:nvPr/>
          </p:nvSpPr>
          <p:spPr>
            <a:xfrm>
              <a:off x="6365878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CE05A8CC-A5D6-74B2-344A-B9B2BB1858D8}"/>
                </a:ext>
              </a:extLst>
            </p:cNvPr>
            <p:cNvSpPr/>
            <p:nvPr/>
          </p:nvSpPr>
          <p:spPr>
            <a:xfrm>
              <a:off x="1807367" y="443131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93" name="직선 연결선[R] 92">
              <a:extLst>
                <a:ext uri="{FF2B5EF4-FFF2-40B4-BE49-F238E27FC236}">
                  <a16:creationId xmlns:a16="http://schemas.microsoft.com/office/drawing/2014/main" id="{D9BD17D1-C3D6-3009-782B-51488A6A9CC7}"/>
                </a:ext>
              </a:extLst>
            </p:cNvPr>
            <p:cNvCxnSpPr>
              <a:stCxn id="82" idx="2"/>
              <a:endCxn id="83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[R] 93">
              <a:extLst>
                <a:ext uri="{FF2B5EF4-FFF2-40B4-BE49-F238E27FC236}">
                  <a16:creationId xmlns:a16="http://schemas.microsoft.com/office/drawing/2014/main" id="{1DB5796F-9D60-9873-D2EE-500AFE7F1CF3}"/>
                </a:ext>
              </a:extLst>
            </p:cNvPr>
            <p:cNvCxnSpPr>
              <a:stCxn id="82" idx="6"/>
              <a:endCxn id="84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[R] 94">
              <a:extLst>
                <a:ext uri="{FF2B5EF4-FFF2-40B4-BE49-F238E27FC236}">
                  <a16:creationId xmlns:a16="http://schemas.microsoft.com/office/drawing/2014/main" id="{19AF68F8-48BE-30AF-FF6C-FEB64B8E0310}"/>
                </a:ext>
              </a:extLst>
            </p:cNvPr>
            <p:cNvCxnSpPr>
              <a:cxnSpLocks/>
              <a:stCxn id="83" idx="3"/>
              <a:endCxn id="85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[R] 95">
              <a:extLst>
                <a:ext uri="{FF2B5EF4-FFF2-40B4-BE49-F238E27FC236}">
                  <a16:creationId xmlns:a16="http://schemas.microsoft.com/office/drawing/2014/main" id="{EEA9EDDD-0C48-70C1-D575-426D11E95A43}"/>
                </a:ext>
              </a:extLst>
            </p:cNvPr>
            <p:cNvCxnSpPr>
              <a:cxnSpLocks/>
              <a:stCxn id="83" idx="5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[R] 96">
              <a:extLst>
                <a:ext uri="{FF2B5EF4-FFF2-40B4-BE49-F238E27FC236}">
                  <a16:creationId xmlns:a16="http://schemas.microsoft.com/office/drawing/2014/main" id="{884FC1E2-CF04-3DA3-7A1E-6FA9B63A1A48}"/>
                </a:ext>
              </a:extLst>
            </p:cNvPr>
            <p:cNvCxnSpPr>
              <a:cxnSpLocks/>
              <a:stCxn id="85" idx="3"/>
              <a:endCxn id="89" idx="0"/>
            </p:cNvCxnSpPr>
            <p:nvPr/>
          </p:nvCxnSpPr>
          <p:spPr>
            <a:xfrm flipH="1">
              <a:off x="2077367" y="3988139"/>
              <a:ext cx="447537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[R] 99">
              <a:extLst>
                <a:ext uri="{FF2B5EF4-FFF2-40B4-BE49-F238E27FC236}">
                  <a16:creationId xmlns:a16="http://schemas.microsoft.com/office/drawing/2014/main" id="{ACB074B7-3063-A7E4-178F-0F90E5E3096F}"/>
                </a:ext>
              </a:extLst>
            </p:cNvPr>
            <p:cNvCxnSpPr>
              <a:cxnSpLocks/>
              <a:stCxn id="84" idx="3"/>
              <a:endCxn id="87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[R] 100">
              <a:extLst>
                <a:ext uri="{FF2B5EF4-FFF2-40B4-BE49-F238E27FC236}">
                  <a16:creationId xmlns:a16="http://schemas.microsoft.com/office/drawing/2014/main" id="{807C9065-8763-A4F1-F00E-5BE6A7BDE9C9}"/>
                </a:ext>
              </a:extLst>
            </p:cNvPr>
            <p:cNvCxnSpPr>
              <a:stCxn id="84" idx="5"/>
              <a:endCxn id="88" idx="1"/>
            </p:cNvCxnSpPr>
            <p:nvPr/>
          </p:nvCxnSpPr>
          <p:spPr>
            <a:xfrm>
              <a:off x="6241892" y="3224633"/>
              <a:ext cx="203067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오른쪽 화살표[R] 105">
            <a:extLst>
              <a:ext uri="{FF2B5EF4-FFF2-40B4-BE49-F238E27FC236}">
                <a16:creationId xmlns:a16="http://schemas.microsoft.com/office/drawing/2014/main" id="{283E0967-5F6A-216F-55E8-EDC8E2AE8F8E}"/>
              </a:ext>
            </a:extLst>
          </p:cNvPr>
          <p:cNvSpPr/>
          <p:nvPr/>
        </p:nvSpPr>
        <p:spPr>
          <a:xfrm>
            <a:off x="5616029" y="3269289"/>
            <a:ext cx="715393" cy="24344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4C83B15-C996-66B7-C73C-2C7B0BC28AB7}"/>
              </a:ext>
            </a:extLst>
          </p:cNvPr>
          <p:cNvSpPr/>
          <p:nvPr/>
        </p:nvSpPr>
        <p:spPr>
          <a:xfrm>
            <a:off x="8607370" y="3895375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6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96644952-FD44-6C1B-F918-0E63830E2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609478"/>
              </p:ext>
            </p:extLst>
          </p:nvPr>
        </p:nvGraphicFramePr>
        <p:xfrm>
          <a:off x="2766525" y="5970514"/>
          <a:ext cx="61537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371">
                  <a:extLst>
                    <a:ext uri="{9D8B030D-6E8A-4147-A177-3AD203B41FA5}">
                      <a16:colId xmlns:a16="http://schemas.microsoft.com/office/drawing/2014/main" val="2037875561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41060822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934683527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64920318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256350886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90287804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11835278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46675683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09459569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67621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14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4014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DAAA4-7FBC-8F39-8037-0E24CCDD1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216660-B6E4-36C7-FAC6-635762D91DBD}"/>
              </a:ext>
            </a:extLst>
          </p:cNvPr>
          <p:cNvSpPr txBox="1"/>
          <p:nvPr/>
        </p:nvSpPr>
        <p:spPr>
          <a:xfrm>
            <a:off x="132522" y="1325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힙정렬연습문제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ADDDE8-E36B-B3CC-8F2C-4CA6BC773E02}"/>
              </a:ext>
            </a:extLst>
          </p:cNvPr>
          <p:cNvSpPr txBox="1"/>
          <p:nvPr/>
        </p:nvSpPr>
        <p:spPr>
          <a:xfrm>
            <a:off x="132522" y="50185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6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F493C-9B68-F4CE-828B-45DD054DF161}"/>
              </a:ext>
            </a:extLst>
          </p:cNvPr>
          <p:cNvSpPr txBox="1"/>
          <p:nvPr/>
        </p:nvSpPr>
        <p:spPr>
          <a:xfrm>
            <a:off x="5456896" y="68652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</a:t>
            </a:r>
            <a:r>
              <a:rPr kumimoji="1" lang="ko-KR" altLang="en-US" dirty="0"/>
              <a:t>단계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5227B583-438D-42ED-0A06-C8CC92EE4FF8}"/>
              </a:ext>
            </a:extLst>
          </p:cNvPr>
          <p:cNvGrpSpPr/>
          <p:nvPr/>
        </p:nvGrpSpPr>
        <p:grpSpPr>
          <a:xfrm>
            <a:off x="358385" y="2161554"/>
            <a:ext cx="5098511" cy="3096482"/>
            <a:chOff x="1807367" y="1873456"/>
            <a:chExt cx="5098511" cy="309648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2BAAC4E-C08C-70D7-731A-6E0C63FF10E3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8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57A327EF-7BA1-37F4-C7F6-B5E7AE78E1ED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7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498A9A87-AA16-08F3-DE0E-B73A07A5F965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87960C74-BBFB-9724-5334-7BD8DA660407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15867035-B77A-1E53-3A25-6D02E7F4A043}"/>
                </a:ext>
              </a:extLst>
            </p:cNvPr>
            <p:cNvSpPr/>
            <p:nvPr/>
          </p:nvSpPr>
          <p:spPr>
            <a:xfrm>
              <a:off x="4180599" y="35283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6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6F55287E-132F-C831-2B3F-6CA5F1D48905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BD447E67-61BE-3EB1-B1E9-C5E0547D20E6}"/>
                </a:ext>
              </a:extLst>
            </p:cNvPr>
            <p:cNvSpPr/>
            <p:nvPr/>
          </p:nvSpPr>
          <p:spPr>
            <a:xfrm>
              <a:off x="6365878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672EB93D-E3E4-B84D-C783-89D0D16D2672}"/>
                </a:ext>
              </a:extLst>
            </p:cNvPr>
            <p:cNvSpPr/>
            <p:nvPr/>
          </p:nvSpPr>
          <p:spPr>
            <a:xfrm>
              <a:off x="1807367" y="443131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C4DC5886-1B84-9133-D668-6B5ADB8E4215}"/>
                </a:ext>
              </a:extLst>
            </p:cNvPr>
            <p:cNvCxnSpPr>
              <a:stCxn id="5" idx="2"/>
              <a:endCxn id="6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[R] 22">
              <a:extLst>
                <a:ext uri="{FF2B5EF4-FFF2-40B4-BE49-F238E27FC236}">
                  <a16:creationId xmlns:a16="http://schemas.microsoft.com/office/drawing/2014/main" id="{E44292B3-B6A1-1D1D-B363-6719D1AFC94E}"/>
                </a:ext>
              </a:extLst>
            </p:cNvPr>
            <p:cNvCxnSpPr>
              <a:stCxn id="5" idx="6"/>
              <a:endCxn id="7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1B3BD75D-1EC8-D45C-E02C-BE35A46A4E8A}"/>
                </a:ext>
              </a:extLst>
            </p:cNvPr>
            <p:cNvCxnSpPr>
              <a:cxnSpLocks/>
              <a:stCxn id="6" idx="3"/>
              <a:endCxn id="8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F433B3D3-9FA7-1E3E-AA15-B7F5D3D77ABE}"/>
                </a:ext>
              </a:extLst>
            </p:cNvPr>
            <p:cNvCxnSpPr>
              <a:stCxn id="6" idx="5"/>
              <a:endCxn id="9" idx="1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[R] 29">
              <a:extLst>
                <a:ext uri="{FF2B5EF4-FFF2-40B4-BE49-F238E27FC236}">
                  <a16:creationId xmlns:a16="http://schemas.microsoft.com/office/drawing/2014/main" id="{E6424AE0-3493-647F-AB61-B9F9E20EAD35}"/>
                </a:ext>
              </a:extLst>
            </p:cNvPr>
            <p:cNvCxnSpPr>
              <a:cxnSpLocks/>
              <a:stCxn id="8" idx="3"/>
              <a:endCxn id="12" idx="0"/>
            </p:cNvCxnSpPr>
            <p:nvPr/>
          </p:nvCxnSpPr>
          <p:spPr>
            <a:xfrm flipH="1">
              <a:off x="2077367" y="3988139"/>
              <a:ext cx="447537" cy="443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[R] 36">
              <a:extLst>
                <a:ext uri="{FF2B5EF4-FFF2-40B4-BE49-F238E27FC236}">
                  <a16:creationId xmlns:a16="http://schemas.microsoft.com/office/drawing/2014/main" id="{A2279694-8CD1-7206-BF84-219CF9E3C09A}"/>
                </a:ext>
              </a:extLst>
            </p:cNvPr>
            <p:cNvCxnSpPr>
              <a:cxnSpLocks/>
              <a:stCxn id="7" idx="3"/>
              <a:endCxn id="10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[R] 38">
              <a:extLst>
                <a:ext uri="{FF2B5EF4-FFF2-40B4-BE49-F238E27FC236}">
                  <a16:creationId xmlns:a16="http://schemas.microsoft.com/office/drawing/2014/main" id="{8984222B-A9CA-D314-E2B6-4DE22D827A2D}"/>
                </a:ext>
              </a:extLst>
            </p:cNvPr>
            <p:cNvCxnSpPr>
              <a:stCxn id="7" idx="5"/>
              <a:endCxn id="11" idx="1"/>
            </p:cNvCxnSpPr>
            <p:nvPr/>
          </p:nvCxnSpPr>
          <p:spPr>
            <a:xfrm>
              <a:off x="6241892" y="3224633"/>
              <a:ext cx="203067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9156D970-80B7-E41F-8ACE-4D6D81814E63}"/>
              </a:ext>
            </a:extLst>
          </p:cNvPr>
          <p:cNvGrpSpPr/>
          <p:nvPr/>
        </p:nvGrpSpPr>
        <p:grpSpPr>
          <a:xfrm>
            <a:off x="6966579" y="2161554"/>
            <a:ext cx="4460055" cy="2193562"/>
            <a:chOff x="2445823" y="1873456"/>
            <a:chExt cx="4460055" cy="2193562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45BAAD46-A22A-4EAD-9890-05080273A98D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7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505DD555-5073-C8DF-2EC9-71DF9DD9B0E4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6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3ECB1562-06F9-D8DD-1B75-175BB60D3418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A6AF853D-D1D3-F798-B4B4-AC150C9994CB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BC088B6D-8F39-ACFE-2041-2EAE3A10F3EF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EE7B4E4B-1FF8-A1A4-8671-2690DC3375A0}"/>
                </a:ext>
              </a:extLst>
            </p:cNvPr>
            <p:cNvSpPr/>
            <p:nvPr/>
          </p:nvSpPr>
          <p:spPr>
            <a:xfrm>
              <a:off x="6365878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93" name="직선 연결선[R] 92">
              <a:extLst>
                <a:ext uri="{FF2B5EF4-FFF2-40B4-BE49-F238E27FC236}">
                  <a16:creationId xmlns:a16="http://schemas.microsoft.com/office/drawing/2014/main" id="{2FB341C5-91B0-7554-E1FA-070CC60F659B}"/>
                </a:ext>
              </a:extLst>
            </p:cNvPr>
            <p:cNvCxnSpPr>
              <a:stCxn id="82" idx="2"/>
              <a:endCxn id="83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[R] 93">
              <a:extLst>
                <a:ext uri="{FF2B5EF4-FFF2-40B4-BE49-F238E27FC236}">
                  <a16:creationId xmlns:a16="http://schemas.microsoft.com/office/drawing/2014/main" id="{AB2324B2-17A2-EC9D-B1D1-A718F2DEBE40}"/>
                </a:ext>
              </a:extLst>
            </p:cNvPr>
            <p:cNvCxnSpPr>
              <a:stCxn id="82" idx="6"/>
              <a:endCxn id="84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[R] 94">
              <a:extLst>
                <a:ext uri="{FF2B5EF4-FFF2-40B4-BE49-F238E27FC236}">
                  <a16:creationId xmlns:a16="http://schemas.microsoft.com/office/drawing/2014/main" id="{3DE92483-C255-5E00-E9FA-09BDB64763F3}"/>
                </a:ext>
              </a:extLst>
            </p:cNvPr>
            <p:cNvCxnSpPr>
              <a:cxnSpLocks/>
              <a:stCxn id="83" idx="3"/>
              <a:endCxn id="85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[R] 95">
              <a:extLst>
                <a:ext uri="{FF2B5EF4-FFF2-40B4-BE49-F238E27FC236}">
                  <a16:creationId xmlns:a16="http://schemas.microsoft.com/office/drawing/2014/main" id="{6C357C07-FBEA-A3BE-1639-7949CB0F4DF9}"/>
                </a:ext>
              </a:extLst>
            </p:cNvPr>
            <p:cNvCxnSpPr>
              <a:cxnSpLocks/>
              <a:stCxn id="83" idx="5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[R] 99">
              <a:extLst>
                <a:ext uri="{FF2B5EF4-FFF2-40B4-BE49-F238E27FC236}">
                  <a16:creationId xmlns:a16="http://schemas.microsoft.com/office/drawing/2014/main" id="{B1D77307-C8EF-9D60-AD20-A67B1CFCC6B5}"/>
                </a:ext>
              </a:extLst>
            </p:cNvPr>
            <p:cNvCxnSpPr>
              <a:cxnSpLocks/>
              <a:stCxn id="84" idx="3"/>
              <a:endCxn id="87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[R] 100">
              <a:extLst>
                <a:ext uri="{FF2B5EF4-FFF2-40B4-BE49-F238E27FC236}">
                  <a16:creationId xmlns:a16="http://schemas.microsoft.com/office/drawing/2014/main" id="{8F9F0973-653B-2564-1B4E-5C4FFF1EA0C6}"/>
                </a:ext>
              </a:extLst>
            </p:cNvPr>
            <p:cNvCxnSpPr>
              <a:stCxn id="84" idx="5"/>
              <a:endCxn id="88" idx="1"/>
            </p:cNvCxnSpPr>
            <p:nvPr/>
          </p:nvCxnSpPr>
          <p:spPr>
            <a:xfrm>
              <a:off x="6241892" y="3224633"/>
              <a:ext cx="203067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오른쪽 화살표[R] 105">
            <a:extLst>
              <a:ext uri="{FF2B5EF4-FFF2-40B4-BE49-F238E27FC236}">
                <a16:creationId xmlns:a16="http://schemas.microsoft.com/office/drawing/2014/main" id="{BE095664-782C-DA64-0272-901888BAE01F}"/>
              </a:ext>
            </a:extLst>
          </p:cNvPr>
          <p:cNvSpPr/>
          <p:nvPr/>
        </p:nvSpPr>
        <p:spPr>
          <a:xfrm>
            <a:off x="5616029" y="3269289"/>
            <a:ext cx="715393" cy="24344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A1C0119-9CD1-C4B8-78F2-3A154B13CEFC}"/>
              </a:ext>
            </a:extLst>
          </p:cNvPr>
          <p:cNvSpPr/>
          <p:nvPr/>
        </p:nvSpPr>
        <p:spPr>
          <a:xfrm>
            <a:off x="8607370" y="3895375"/>
            <a:ext cx="540000" cy="5386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1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BBEB874-6AA9-E3EB-0E87-E279EB18C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037160"/>
              </p:ext>
            </p:extLst>
          </p:nvPr>
        </p:nvGraphicFramePr>
        <p:xfrm>
          <a:off x="2766525" y="5970514"/>
          <a:ext cx="61537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371">
                  <a:extLst>
                    <a:ext uri="{9D8B030D-6E8A-4147-A177-3AD203B41FA5}">
                      <a16:colId xmlns:a16="http://schemas.microsoft.com/office/drawing/2014/main" val="2037875561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41060822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934683527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64920318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256350886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90287804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11835278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46675683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09459569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67621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14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091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E0EA5-ECD0-AF3D-B0E6-D3DF90596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4BB7E1-D8CC-1458-8094-E638F844CA23}"/>
              </a:ext>
            </a:extLst>
          </p:cNvPr>
          <p:cNvSpPr txBox="1"/>
          <p:nvPr/>
        </p:nvSpPr>
        <p:spPr>
          <a:xfrm>
            <a:off x="132522" y="1325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힙정렬연습문제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3A0BD7-3DD7-3673-ED8E-A187041F6736}"/>
              </a:ext>
            </a:extLst>
          </p:cNvPr>
          <p:cNvSpPr txBox="1"/>
          <p:nvPr/>
        </p:nvSpPr>
        <p:spPr>
          <a:xfrm>
            <a:off x="132522" y="50185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6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81E562-B523-6DBE-B9E6-308C6D770E63}"/>
              </a:ext>
            </a:extLst>
          </p:cNvPr>
          <p:cNvSpPr txBox="1"/>
          <p:nvPr/>
        </p:nvSpPr>
        <p:spPr>
          <a:xfrm>
            <a:off x="5456896" y="68652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</a:t>
            </a:r>
            <a:r>
              <a:rPr kumimoji="1" lang="ko-KR" altLang="en-US" dirty="0"/>
              <a:t>단계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773C0DF8-78EE-0BF9-CD4F-8281B9A47372}"/>
              </a:ext>
            </a:extLst>
          </p:cNvPr>
          <p:cNvGrpSpPr/>
          <p:nvPr/>
        </p:nvGrpSpPr>
        <p:grpSpPr>
          <a:xfrm>
            <a:off x="996841" y="2161554"/>
            <a:ext cx="4460055" cy="2193562"/>
            <a:chOff x="2445823" y="1873456"/>
            <a:chExt cx="4460055" cy="219356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4D7EE553-FC5B-6A0F-B605-091FE8C40402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7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7F8D67AE-9CFA-615D-9BD2-83DB8282CC9D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6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DDCB6ED1-BD5C-5713-6F33-0774DE0563F4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05B6D05A-567C-CFAB-8B67-DECF6F0B935A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3A6EF8A8-A95D-16B7-6CF5-96573EB9591F}"/>
                </a:ext>
              </a:extLst>
            </p:cNvPr>
            <p:cNvSpPr/>
            <p:nvPr/>
          </p:nvSpPr>
          <p:spPr>
            <a:xfrm>
              <a:off x="4180599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F26FE1CF-76A0-87FE-329B-AB764A568BBD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AB13D75-637E-8D56-F293-431191634799}"/>
                </a:ext>
              </a:extLst>
            </p:cNvPr>
            <p:cNvSpPr/>
            <p:nvPr/>
          </p:nvSpPr>
          <p:spPr>
            <a:xfrm>
              <a:off x="6365878" y="35174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EC8E2E34-E348-954B-92FC-22EE7F8553C6}"/>
                </a:ext>
              </a:extLst>
            </p:cNvPr>
            <p:cNvCxnSpPr>
              <a:stCxn id="5" idx="2"/>
              <a:endCxn id="6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[R] 22">
              <a:extLst>
                <a:ext uri="{FF2B5EF4-FFF2-40B4-BE49-F238E27FC236}">
                  <a16:creationId xmlns:a16="http://schemas.microsoft.com/office/drawing/2014/main" id="{BEBC1569-B77C-6DDA-41CD-7B48748E3907}"/>
                </a:ext>
              </a:extLst>
            </p:cNvPr>
            <p:cNvCxnSpPr>
              <a:stCxn id="5" idx="6"/>
              <a:endCxn id="7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6D16D137-AA17-33B4-306F-A8D26D6E3514}"/>
                </a:ext>
              </a:extLst>
            </p:cNvPr>
            <p:cNvCxnSpPr>
              <a:cxnSpLocks/>
              <a:stCxn id="6" idx="3"/>
              <a:endCxn id="8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559B3BD8-8821-2263-2F95-3E2422325F21}"/>
                </a:ext>
              </a:extLst>
            </p:cNvPr>
            <p:cNvCxnSpPr>
              <a:stCxn id="6" idx="5"/>
              <a:endCxn id="9" idx="1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[R] 36">
              <a:extLst>
                <a:ext uri="{FF2B5EF4-FFF2-40B4-BE49-F238E27FC236}">
                  <a16:creationId xmlns:a16="http://schemas.microsoft.com/office/drawing/2014/main" id="{A059A515-ADEF-D40F-7AFF-5746A37823C0}"/>
                </a:ext>
              </a:extLst>
            </p:cNvPr>
            <p:cNvCxnSpPr>
              <a:cxnSpLocks/>
              <a:stCxn id="7" idx="3"/>
              <a:endCxn id="10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[R] 38">
              <a:extLst>
                <a:ext uri="{FF2B5EF4-FFF2-40B4-BE49-F238E27FC236}">
                  <a16:creationId xmlns:a16="http://schemas.microsoft.com/office/drawing/2014/main" id="{C332B87A-A157-C33B-6E64-8304D4B0F47B}"/>
                </a:ext>
              </a:extLst>
            </p:cNvPr>
            <p:cNvCxnSpPr>
              <a:stCxn id="7" idx="5"/>
              <a:endCxn id="11" idx="1"/>
            </p:cNvCxnSpPr>
            <p:nvPr/>
          </p:nvCxnSpPr>
          <p:spPr>
            <a:xfrm>
              <a:off x="6241892" y="3224633"/>
              <a:ext cx="203067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61DD264B-4DED-0787-1A06-1316B0D669EB}"/>
              </a:ext>
            </a:extLst>
          </p:cNvPr>
          <p:cNvGrpSpPr/>
          <p:nvPr/>
        </p:nvGrpSpPr>
        <p:grpSpPr>
          <a:xfrm>
            <a:off x="6966579" y="2161554"/>
            <a:ext cx="3875150" cy="2193562"/>
            <a:chOff x="2445823" y="1873456"/>
            <a:chExt cx="3875150" cy="2193562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9E7188D8-CE75-89F5-385D-D25CC33FEE9A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6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A8E9A979-32AA-CD44-A261-D41FD7E0178C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9BE0518E-0219-FE38-11C2-66E84CFCCF71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B16D1132-A35F-C8C7-9F54-85F57385B4E1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247DFCFF-68D2-738F-BF8D-E3952EC179CB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93" name="직선 연결선[R] 92">
              <a:extLst>
                <a:ext uri="{FF2B5EF4-FFF2-40B4-BE49-F238E27FC236}">
                  <a16:creationId xmlns:a16="http://schemas.microsoft.com/office/drawing/2014/main" id="{85818F2B-2494-86E7-4BBB-F3A1FCD7E759}"/>
                </a:ext>
              </a:extLst>
            </p:cNvPr>
            <p:cNvCxnSpPr>
              <a:cxnSpLocks/>
              <a:stCxn id="82" idx="2"/>
              <a:endCxn id="83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[R] 93">
              <a:extLst>
                <a:ext uri="{FF2B5EF4-FFF2-40B4-BE49-F238E27FC236}">
                  <a16:creationId xmlns:a16="http://schemas.microsoft.com/office/drawing/2014/main" id="{B8CA651A-E274-64A4-5973-327C1FC1F7F2}"/>
                </a:ext>
              </a:extLst>
            </p:cNvPr>
            <p:cNvCxnSpPr>
              <a:cxnSpLocks/>
              <a:stCxn id="82" idx="6"/>
              <a:endCxn id="84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[R] 94">
              <a:extLst>
                <a:ext uri="{FF2B5EF4-FFF2-40B4-BE49-F238E27FC236}">
                  <a16:creationId xmlns:a16="http://schemas.microsoft.com/office/drawing/2014/main" id="{FEFE79F0-4BD6-AD0D-4D46-3DB2416B59DB}"/>
                </a:ext>
              </a:extLst>
            </p:cNvPr>
            <p:cNvCxnSpPr>
              <a:cxnSpLocks/>
              <a:stCxn id="83" idx="3"/>
              <a:endCxn id="85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[R] 95">
              <a:extLst>
                <a:ext uri="{FF2B5EF4-FFF2-40B4-BE49-F238E27FC236}">
                  <a16:creationId xmlns:a16="http://schemas.microsoft.com/office/drawing/2014/main" id="{F1BBD0D7-EEB3-FA37-E1E4-2C7F90F4BC95}"/>
                </a:ext>
              </a:extLst>
            </p:cNvPr>
            <p:cNvCxnSpPr>
              <a:cxnSpLocks/>
              <a:stCxn id="83" idx="5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[R] 99">
              <a:extLst>
                <a:ext uri="{FF2B5EF4-FFF2-40B4-BE49-F238E27FC236}">
                  <a16:creationId xmlns:a16="http://schemas.microsoft.com/office/drawing/2014/main" id="{7591BD97-8264-EFCE-5CCE-4697088BB504}"/>
                </a:ext>
              </a:extLst>
            </p:cNvPr>
            <p:cNvCxnSpPr>
              <a:cxnSpLocks/>
              <a:stCxn id="84" idx="3"/>
              <a:endCxn id="87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오른쪽 화살표[R] 105">
            <a:extLst>
              <a:ext uri="{FF2B5EF4-FFF2-40B4-BE49-F238E27FC236}">
                <a16:creationId xmlns:a16="http://schemas.microsoft.com/office/drawing/2014/main" id="{CC834A08-129A-9935-04B2-501DF10C3186}"/>
              </a:ext>
            </a:extLst>
          </p:cNvPr>
          <p:cNvSpPr/>
          <p:nvPr/>
        </p:nvSpPr>
        <p:spPr>
          <a:xfrm>
            <a:off x="5616029" y="3269289"/>
            <a:ext cx="715393" cy="24344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C0C2B03-911C-4E7B-704D-D7C0600C6E0A}"/>
              </a:ext>
            </a:extLst>
          </p:cNvPr>
          <p:cNvSpPr/>
          <p:nvPr/>
        </p:nvSpPr>
        <p:spPr>
          <a:xfrm>
            <a:off x="8607370" y="3895375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1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CEF0A13-E26E-6FA3-3B1E-7F1F245C8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767164"/>
              </p:ext>
            </p:extLst>
          </p:nvPr>
        </p:nvGraphicFramePr>
        <p:xfrm>
          <a:off x="2766525" y="5970514"/>
          <a:ext cx="61537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371">
                  <a:extLst>
                    <a:ext uri="{9D8B030D-6E8A-4147-A177-3AD203B41FA5}">
                      <a16:colId xmlns:a16="http://schemas.microsoft.com/office/drawing/2014/main" val="2037875561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41060822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934683527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64920318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256350886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90287804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11835278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46675683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09459569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67621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14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5037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4C9CC-8493-FE0A-3F26-93EAC2B93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096E84-31F4-5167-8294-928B444DF15C}"/>
              </a:ext>
            </a:extLst>
          </p:cNvPr>
          <p:cNvSpPr txBox="1"/>
          <p:nvPr/>
        </p:nvSpPr>
        <p:spPr>
          <a:xfrm>
            <a:off x="132522" y="1325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힙정렬연습문제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0B46A9-8458-683D-F29C-E88C130583F7}"/>
              </a:ext>
            </a:extLst>
          </p:cNvPr>
          <p:cNvSpPr txBox="1"/>
          <p:nvPr/>
        </p:nvSpPr>
        <p:spPr>
          <a:xfrm>
            <a:off x="132522" y="50185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6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DE9698-F83A-C339-A43A-E4E66BEB5D23}"/>
              </a:ext>
            </a:extLst>
          </p:cNvPr>
          <p:cNvSpPr txBox="1"/>
          <p:nvPr/>
        </p:nvSpPr>
        <p:spPr>
          <a:xfrm>
            <a:off x="5456896" y="68652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</a:t>
            </a:r>
            <a:r>
              <a:rPr kumimoji="1" lang="ko-KR" altLang="en-US" dirty="0"/>
              <a:t>단계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3C0A4E6C-DC3A-BF0D-DAE2-5DC65592F33F}"/>
              </a:ext>
            </a:extLst>
          </p:cNvPr>
          <p:cNvGrpSpPr/>
          <p:nvPr/>
        </p:nvGrpSpPr>
        <p:grpSpPr>
          <a:xfrm>
            <a:off x="996841" y="2161554"/>
            <a:ext cx="3875150" cy="2193562"/>
            <a:chOff x="2445823" y="1873456"/>
            <a:chExt cx="3875150" cy="219356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54DAB4FA-4AFF-41CD-266D-6DCBD2503380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6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03B901EA-0A04-9B3B-3CAA-FA89B0647838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A59145A7-28C5-BDFC-48DA-84E9FFDC0BB5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83A5E7AD-83F2-203C-60BF-1E85D56983D1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484ABE35-5381-D31B-B63C-7B670B0D6FF1}"/>
                </a:ext>
              </a:extLst>
            </p:cNvPr>
            <p:cNvSpPr/>
            <p:nvPr/>
          </p:nvSpPr>
          <p:spPr>
            <a:xfrm>
              <a:off x="4180599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C68B35A-862B-474D-649D-021E50964214}"/>
                </a:ext>
              </a:extLst>
            </p:cNvPr>
            <p:cNvSpPr/>
            <p:nvPr/>
          </p:nvSpPr>
          <p:spPr>
            <a:xfrm>
              <a:off x="5226246" y="35174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029819AE-6493-6169-F057-3CB02B7F5F7C}"/>
                </a:ext>
              </a:extLst>
            </p:cNvPr>
            <p:cNvCxnSpPr>
              <a:cxnSpLocks/>
              <a:stCxn id="5" idx="2"/>
              <a:endCxn id="6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[R] 22">
              <a:extLst>
                <a:ext uri="{FF2B5EF4-FFF2-40B4-BE49-F238E27FC236}">
                  <a16:creationId xmlns:a16="http://schemas.microsoft.com/office/drawing/2014/main" id="{06647BD1-14AE-262F-7340-1065335770D7}"/>
                </a:ext>
              </a:extLst>
            </p:cNvPr>
            <p:cNvCxnSpPr>
              <a:cxnSpLocks/>
              <a:stCxn id="5" idx="6"/>
              <a:endCxn id="7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FB3AB112-E00F-FD1E-85E6-6A52BEC11566}"/>
                </a:ext>
              </a:extLst>
            </p:cNvPr>
            <p:cNvCxnSpPr>
              <a:cxnSpLocks/>
              <a:stCxn id="6" idx="3"/>
              <a:endCxn id="8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587ED785-7463-F835-C6C4-A2E300569ECA}"/>
                </a:ext>
              </a:extLst>
            </p:cNvPr>
            <p:cNvCxnSpPr>
              <a:cxnSpLocks/>
              <a:stCxn id="6" idx="5"/>
              <a:endCxn id="9" idx="1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[R] 36">
              <a:extLst>
                <a:ext uri="{FF2B5EF4-FFF2-40B4-BE49-F238E27FC236}">
                  <a16:creationId xmlns:a16="http://schemas.microsoft.com/office/drawing/2014/main" id="{49C94E1F-234B-E708-C3BB-16B85CE042A1}"/>
                </a:ext>
              </a:extLst>
            </p:cNvPr>
            <p:cNvCxnSpPr>
              <a:cxnSpLocks/>
              <a:stCxn id="7" idx="3"/>
              <a:endCxn id="10" idx="7"/>
            </p:cNvCxnSpPr>
            <p:nvPr/>
          </p:nvCxnSpPr>
          <p:spPr>
            <a:xfrm flipH="1">
              <a:off x="5687165" y="3224633"/>
              <a:ext cx="172889" cy="37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0FFB6CEB-C25C-687B-5204-BAD0B06FE566}"/>
              </a:ext>
            </a:extLst>
          </p:cNvPr>
          <p:cNvGrpSpPr/>
          <p:nvPr/>
        </p:nvGrpSpPr>
        <p:grpSpPr>
          <a:xfrm>
            <a:off x="6966579" y="2161554"/>
            <a:ext cx="3875150" cy="2193562"/>
            <a:chOff x="2445823" y="1873456"/>
            <a:chExt cx="3875150" cy="2193562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F31087FA-8156-B1BF-714B-679565CFFE75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E4D7A8F4-3B7F-1FDA-A83A-90BDBFF2EC20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71727F70-B817-65CF-9F9A-C39DEF55A35C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53715E6A-9EBF-C6E2-5295-ABB99453D9E4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93" name="직선 연결선[R] 92">
              <a:extLst>
                <a:ext uri="{FF2B5EF4-FFF2-40B4-BE49-F238E27FC236}">
                  <a16:creationId xmlns:a16="http://schemas.microsoft.com/office/drawing/2014/main" id="{A68771FF-4D98-5411-E46E-AC72D9C7DB86}"/>
                </a:ext>
              </a:extLst>
            </p:cNvPr>
            <p:cNvCxnSpPr>
              <a:cxnSpLocks/>
              <a:stCxn id="82" idx="2"/>
              <a:endCxn id="83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[R] 93">
              <a:extLst>
                <a:ext uri="{FF2B5EF4-FFF2-40B4-BE49-F238E27FC236}">
                  <a16:creationId xmlns:a16="http://schemas.microsoft.com/office/drawing/2014/main" id="{209CE321-58B1-D67C-65E6-31DDA9E8DA38}"/>
                </a:ext>
              </a:extLst>
            </p:cNvPr>
            <p:cNvCxnSpPr>
              <a:cxnSpLocks/>
              <a:stCxn id="82" idx="6"/>
              <a:endCxn id="84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[R] 94">
              <a:extLst>
                <a:ext uri="{FF2B5EF4-FFF2-40B4-BE49-F238E27FC236}">
                  <a16:creationId xmlns:a16="http://schemas.microsoft.com/office/drawing/2014/main" id="{B6CB5AA4-0B46-2158-0438-3C146C0BC526}"/>
                </a:ext>
              </a:extLst>
            </p:cNvPr>
            <p:cNvCxnSpPr>
              <a:cxnSpLocks/>
              <a:stCxn id="83" idx="3"/>
              <a:endCxn id="85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[R] 95">
              <a:extLst>
                <a:ext uri="{FF2B5EF4-FFF2-40B4-BE49-F238E27FC236}">
                  <a16:creationId xmlns:a16="http://schemas.microsoft.com/office/drawing/2014/main" id="{E54A1F5C-F02F-4114-B233-B570486DBDE5}"/>
                </a:ext>
              </a:extLst>
            </p:cNvPr>
            <p:cNvCxnSpPr>
              <a:cxnSpLocks/>
              <a:stCxn id="83" idx="5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오른쪽 화살표[R] 105">
            <a:extLst>
              <a:ext uri="{FF2B5EF4-FFF2-40B4-BE49-F238E27FC236}">
                <a16:creationId xmlns:a16="http://schemas.microsoft.com/office/drawing/2014/main" id="{069618CF-D0FE-3BC4-AA56-6AD056937FED}"/>
              </a:ext>
            </a:extLst>
          </p:cNvPr>
          <p:cNvSpPr/>
          <p:nvPr/>
        </p:nvSpPr>
        <p:spPr>
          <a:xfrm>
            <a:off x="5616029" y="3269289"/>
            <a:ext cx="715393" cy="24344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B3856A1-55A3-DBCC-778F-6B5AF947A166}"/>
              </a:ext>
            </a:extLst>
          </p:cNvPr>
          <p:cNvSpPr/>
          <p:nvPr/>
        </p:nvSpPr>
        <p:spPr>
          <a:xfrm>
            <a:off x="8607370" y="3895375"/>
            <a:ext cx="540000" cy="5386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1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65E3F94-C3DE-925B-C224-76F51FE4D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300252"/>
              </p:ext>
            </p:extLst>
          </p:nvPr>
        </p:nvGraphicFramePr>
        <p:xfrm>
          <a:off x="2766525" y="5970514"/>
          <a:ext cx="61537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371">
                  <a:extLst>
                    <a:ext uri="{9D8B030D-6E8A-4147-A177-3AD203B41FA5}">
                      <a16:colId xmlns:a16="http://schemas.microsoft.com/office/drawing/2014/main" val="2037875561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41060822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934683527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64920318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256350886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90287804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11835278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46675683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09459569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67621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14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877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E79A8-A4B6-6900-0119-42D42923E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7B09FA-28D0-50BF-8F23-E11D58651AE9}"/>
              </a:ext>
            </a:extLst>
          </p:cNvPr>
          <p:cNvSpPr txBox="1"/>
          <p:nvPr/>
        </p:nvSpPr>
        <p:spPr>
          <a:xfrm>
            <a:off x="132522" y="1325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힙정렬연습문제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7A4E05-7CA5-8186-0F66-F35245A4FA0B}"/>
              </a:ext>
            </a:extLst>
          </p:cNvPr>
          <p:cNvSpPr txBox="1"/>
          <p:nvPr/>
        </p:nvSpPr>
        <p:spPr>
          <a:xfrm>
            <a:off x="132522" y="50185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6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2B068-6957-8C58-788D-368C9AED6ABC}"/>
              </a:ext>
            </a:extLst>
          </p:cNvPr>
          <p:cNvSpPr txBox="1"/>
          <p:nvPr/>
        </p:nvSpPr>
        <p:spPr>
          <a:xfrm>
            <a:off x="5456896" y="68652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</a:t>
            </a:r>
            <a:r>
              <a:rPr kumimoji="1" lang="ko-KR" altLang="en-US" dirty="0"/>
              <a:t>단계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69B48C69-2A81-C86E-1401-A07788D7C814}"/>
              </a:ext>
            </a:extLst>
          </p:cNvPr>
          <p:cNvGrpSpPr/>
          <p:nvPr/>
        </p:nvGrpSpPr>
        <p:grpSpPr>
          <a:xfrm>
            <a:off x="996841" y="2161554"/>
            <a:ext cx="3875150" cy="2193562"/>
            <a:chOff x="2445823" y="1873456"/>
            <a:chExt cx="3875150" cy="219356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F31D7E26-909E-8C28-0F03-26EEFAA4C54E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5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B3B505D-00A7-EDCE-8915-801446602A32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5A74CBBA-608B-D856-2C19-2FBCAFAF3F7F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4315A532-B08D-5134-A3C9-151A94D27550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008053F-DFF3-3454-F9B1-A4C26B04C636}"/>
                </a:ext>
              </a:extLst>
            </p:cNvPr>
            <p:cNvSpPr/>
            <p:nvPr/>
          </p:nvSpPr>
          <p:spPr>
            <a:xfrm>
              <a:off x="4180599" y="35283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89E4A41D-8DFD-E99D-28AC-CD341C92C083}"/>
                </a:ext>
              </a:extLst>
            </p:cNvPr>
            <p:cNvCxnSpPr>
              <a:cxnSpLocks/>
              <a:stCxn id="5" idx="2"/>
              <a:endCxn id="6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[R] 22">
              <a:extLst>
                <a:ext uri="{FF2B5EF4-FFF2-40B4-BE49-F238E27FC236}">
                  <a16:creationId xmlns:a16="http://schemas.microsoft.com/office/drawing/2014/main" id="{87050D54-0D9F-1975-24F9-AE1C100B1713}"/>
                </a:ext>
              </a:extLst>
            </p:cNvPr>
            <p:cNvCxnSpPr>
              <a:cxnSpLocks/>
              <a:stCxn id="5" idx="6"/>
              <a:endCxn id="7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AFE1C385-DAF2-29B1-4F38-B51608C61E43}"/>
                </a:ext>
              </a:extLst>
            </p:cNvPr>
            <p:cNvCxnSpPr>
              <a:cxnSpLocks/>
              <a:stCxn id="6" idx="3"/>
              <a:endCxn id="8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B4720FCF-D25B-4EA3-3A94-C13DC1A2CA56}"/>
                </a:ext>
              </a:extLst>
            </p:cNvPr>
            <p:cNvCxnSpPr>
              <a:cxnSpLocks/>
              <a:stCxn id="6" idx="5"/>
              <a:endCxn id="9" idx="1"/>
            </p:cNvCxnSpPr>
            <p:nvPr/>
          </p:nvCxnSpPr>
          <p:spPr>
            <a:xfrm>
              <a:off x="3784841" y="3224633"/>
              <a:ext cx="474839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4C019944-2707-936D-D7EC-6847A6CD3CF0}"/>
              </a:ext>
            </a:extLst>
          </p:cNvPr>
          <p:cNvGrpSpPr/>
          <p:nvPr/>
        </p:nvGrpSpPr>
        <p:grpSpPr>
          <a:xfrm>
            <a:off x="6966579" y="2161554"/>
            <a:ext cx="3875150" cy="2193562"/>
            <a:chOff x="2445823" y="1873456"/>
            <a:chExt cx="3875150" cy="2193562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D6431C6D-8525-C845-953E-DE8FC5B62DAA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7CC43DD0-DA02-9795-E98A-8C8F5E070938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797C9819-BD11-FC92-70F5-883D3514A193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7C9E6903-78D4-F711-E034-8A40720C095C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93" name="직선 연결선[R] 92">
              <a:extLst>
                <a:ext uri="{FF2B5EF4-FFF2-40B4-BE49-F238E27FC236}">
                  <a16:creationId xmlns:a16="http://schemas.microsoft.com/office/drawing/2014/main" id="{43C22227-AB1A-290E-0304-D12A7B7A0C7F}"/>
                </a:ext>
              </a:extLst>
            </p:cNvPr>
            <p:cNvCxnSpPr>
              <a:cxnSpLocks/>
              <a:stCxn id="82" idx="2"/>
              <a:endCxn id="83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[R] 93">
              <a:extLst>
                <a:ext uri="{FF2B5EF4-FFF2-40B4-BE49-F238E27FC236}">
                  <a16:creationId xmlns:a16="http://schemas.microsoft.com/office/drawing/2014/main" id="{96C2A2D9-2594-F4B7-AF5B-AF8AE0025C3A}"/>
                </a:ext>
              </a:extLst>
            </p:cNvPr>
            <p:cNvCxnSpPr>
              <a:cxnSpLocks/>
              <a:stCxn id="82" idx="6"/>
              <a:endCxn id="84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[R] 94">
              <a:extLst>
                <a:ext uri="{FF2B5EF4-FFF2-40B4-BE49-F238E27FC236}">
                  <a16:creationId xmlns:a16="http://schemas.microsoft.com/office/drawing/2014/main" id="{D2902DF2-36C1-A934-2B2A-BA9B5757F3C3}"/>
                </a:ext>
              </a:extLst>
            </p:cNvPr>
            <p:cNvCxnSpPr>
              <a:cxnSpLocks/>
              <a:stCxn id="83" idx="3"/>
              <a:endCxn id="85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오른쪽 화살표[R] 105">
            <a:extLst>
              <a:ext uri="{FF2B5EF4-FFF2-40B4-BE49-F238E27FC236}">
                <a16:creationId xmlns:a16="http://schemas.microsoft.com/office/drawing/2014/main" id="{EAB9F798-043C-C10A-45CC-408F73C14208}"/>
              </a:ext>
            </a:extLst>
          </p:cNvPr>
          <p:cNvSpPr/>
          <p:nvPr/>
        </p:nvSpPr>
        <p:spPr>
          <a:xfrm>
            <a:off x="5616029" y="3269289"/>
            <a:ext cx="715393" cy="24344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06D51D9-8430-2235-4E2D-6006C79A7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683592"/>
              </p:ext>
            </p:extLst>
          </p:nvPr>
        </p:nvGraphicFramePr>
        <p:xfrm>
          <a:off x="2766525" y="5970514"/>
          <a:ext cx="61537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371">
                  <a:extLst>
                    <a:ext uri="{9D8B030D-6E8A-4147-A177-3AD203B41FA5}">
                      <a16:colId xmlns:a16="http://schemas.microsoft.com/office/drawing/2014/main" val="2037875561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41060822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934683527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64920318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256350886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90287804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11835278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46675683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09459569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67621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14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878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74BD3-E82A-6F14-70D2-9C53029F5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FB0381-6CE3-48CC-5882-495BADA37CDB}"/>
              </a:ext>
            </a:extLst>
          </p:cNvPr>
          <p:cNvSpPr txBox="1"/>
          <p:nvPr/>
        </p:nvSpPr>
        <p:spPr>
          <a:xfrm>
            <a:off x="132522" y="1325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힙정렬연습문제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543BA-D06A-2546-AD2D-53E58B81DAD7}"/>
              </a:ext>
            </a:extLst>
          </p:cNvPr>
          <p:cNvSpPr txBox="1"/>
          <p:nvPr/>
        </p:nvSpPr>
        <p:spPr>
          <a:xfrm>
            <a:off x="132522" y="50185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6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8E7F77-DADB-558A-2BBE-29DFE298EE5E}"/>
              </a:ext>
            </a:extLst>
          </p:cNvPr>
          <p:cNvSpPr txBox="1"/>
          <p:nvPr/>
        </p:nvSpPr>
        <p:spPr>
          <a:xfrm>
            <a:off x="5456896" y="68652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</a:t>
            </a:r>
            <a:r>
              <a:rPr kumimoji="1" lang="ko-KR" altLang="en-US" dirty="0"/>
              <a:t>단계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E37F5D5C-94BA-7BEC-D0FE-EA02E2CDE1B6}"/>
              </a:ext>
            </a:extLst>
          </p:cNvPr>
          <p:cNvGrpSpPr/>
          <p:nvPr/>
        </p:nvGrpSpPr>
        <p:grpSpPr>
          <a:xfrm>
            <a:off x="996841" y="2161554"/>
            <a:ext cx="3875150" cy="2193562"/>
            <a:chOff x="2445823" y="1873456"/>
            <a:chExt cx="3875150" cy="219356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091F48E5-55F6-2D8D-149C-657E4D08AA42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4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1678D15E-8600-7FB0-EE57-307EDE5AE2FD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C9F13CB5-BD65-4C8D-732C-D54B166C37C1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136CDE3E-B91F-1E53-3856-A342706119A1}"/>
                </a:ext>
              </a:extLst>
            </p:cNvPr>
            <p:cNvSpPr/>
            <p:nvPr/>
          </p:nvSpPr>
          <p:spPr>
            <a:xfrm>
              <a:off x="2445823" y="3528398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A9397C50-A526-C454-327A-3645324ED8F8}"/>
                </a:ext>
              </a:extLst>
            </p:cNvPr>
            <p:cNvCxnSpPr>
              <a:cxnSpLocks/>
              <a:stCxn id="5" idx="2"/>
              <a:endCxn id="6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[R] 22">
              <a:extLst>
                <a:ext uri="{FF2B5EF4-FFF2-40B4-BE49-F238E27FC236}">
                  <a16:creationId xmlns:a16="http://schemas.microsoft.com/office/drawing/2014/main" id="{D5961C99-FA09-8BCA-C9A6-60BF5EC53B9D}"/>
                </a:ext>
              </a:extLst>
            </p:cNvPr>
            <p:cNvCxnSpPr>
              <a:cxnSpLocks/>
              <a:stCxn id="5" idx="6"/>
              <a:endCxn id="7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D9F998EB-E8B7-5D4E-81E8-01EA9AD3969A}"/>
                </a:ext>
              </a:extLst>
            </p:cNvPr>
            <p:cNvCxnSpPr>
              <a:cxnSpLocks/>
              <a:stCxn id="6" idx="3"/>
              <a:endCxn id="8" idx="7"/>
            </p:cNvCxnSpPr>
            <p:nvPr/>
          </p:nvCxnSpPr>
          <p:spPr>
            <a:xfrm flipH="1">
              <a:off x="2906742" y="3224633"/>
              <a:ext cx="496261" cy="3826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0445EC2-4019-1B3B-4FE0-2176C86D604D}"/>
              </a:ext>
            </a:extLst>
          </p:cNvPr>
          <p:cNvGrpSpPr/>
          <p:nvPr/>
        </p:nvGrpSpPr>
        <p:grpSpPr>
          <a:xfrm>
            <a:off x="7844678" y="2161554"/>
            <a:ext cx="2997051" cy="1430056"/>
            <a:chOff x="3323922" y="1873456"/>
            <a:chExt cx="2997051" cy="1430056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5501B07C-32E5-221D-5C20-097C3BABB442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7AA7321C-F723-3A7F-2431-26A9124F21C5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F443E12F-A274-2E39-4D73-7056D21E02AF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93" name="직선 연결선[R] 92">
              <a:extLst>
                <a:ext uri="{FF2B5EF4-FFF2-40B4-BE49-F238E27FC236}">
                  <a16:creationId xmlns:a16="http://schemas.microsoft.com/office/drawing/2014/main" id="{9F528872-6856-7F37-771D-072ACCEB624B}"/>
                </a:ext>
              </a:extLst>
            </p:cNvPr>
            <p:cNvCxnSpPr>
              <a:cxnSpLocks/>
              <a:stCxn id="82" idx="2"/>
              <a:endCxn id="83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[R] 93">
              <a:extLst>
                <a:ext uri="{FF2B5EF4-FFF2-40B4-BE49-F238E27FC236}">
                  <a16:creationId xmlns:a16="http://schemas.microsoft.com/office/drawing/2014/main" id="{9D83DD1E-2897-9655-7200-FCF30561A10B}"/>
                </a:ext>
              </a:extLst>
            </p:cNvPr>
            <p:cNvCxnSpPr>
              <a:cxnSpLocks/>
              <a:stCxn id="82" idx="6"/>
              <a:endCxn id="84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오른쪽 화살표[R] 105">
            <a:extLst>
              <a:ext uri="{FF2B5EF4-FFF2-40B4-BE49-F238E27FC236}">
                <a16:creationId xmlns:a16="http://schemas.microsoft.com/office/drawing/2014/main" id="{D4D2B3C7-1521-03DB-3369-D617DBEC2FAE}"/>
              </a:ext>
            </a:extLst>
          </p:cNvPr>
          <p:cNvSpPr/>
          <p:nvPr/>
        </p:nvSpPr>
        <p:spPr>
          <a:xfrm>
            <a:off x="5616029" y="3269289"/>
            <a:ext cx="715393" cy="24344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4BCDE82-5EB4-4517-41FB-6C606EF14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969746"/>
              </p:ext>
            </p:extLst>
          </p:nvPr>
        </p:nvGraphicFramePr>
        <p:xfrm>
          <a:off x="2766525" y="5970514"/>
          <a:ext cx="61537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371">
                  <a:extLst>
                    <a:ext uri="{9D8B030D-6E8A-4147-A177-3AD203B41FA5}">
                      <a16:colId xmlns:a16="http://schemas.microsoft.com/office/drawing/2014/main" val="2037875561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41060822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934683527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64920318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256350886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90287804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11835278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46675683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09459569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67621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14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48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0A25A-EC16-C0E4-496E-DC920C003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18A26F-2781-9D99-9C3C-79EE6529AF63}"/>
              </a:ext>
            </a:extLst>
          </p:cNvPr>
          <p:cNvSpPr txBox="1"/>
          <p:nvPr/>
        </p:nvSpPr>
        <p:spPr>
          <a:xfrm>
            <a:off x="132522" y="1325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힙정렬연습문제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EFFECE-B345-5285-E38C-31CD6ABB5484}"/>
              </a:ext>
            </a:extLst>
          </p:cNvPr>
          <p:cNvSpPr txBox="1"/>
          <p:nvPr/>
        </p:nvSpPr>
        <p:spPr>
          <a:xfrm>
            <a:off x="132522" y="50185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6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A423B8-0CA8-AAEC-519E-3EEB37CC8DBA}"/>
              </a:ext>
            </a:extLst>
          </p:cNvPr>
          <p:cNvSpPr txBox="1"/>
          <p:nvPr/>
        </p:nvSpPr>
        <p:spPr>
          <a:xfrm>
            <a:off x="5456896" y="68652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</a:t>
            </a:r>
            <a:r>
              <a:rPr kumimoji="1" lang="ko-KR" altLang="en-US" dirty="0"/>
              <a:t>단계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AA6A5928-FED6-EA79-E7F7-646BE640A04A}"/>
              </a:ext>
            </a:extLst>
          </p:cNvPr>
          <p:cNvGrpSpPr/>
          <p:nvPr/>
        </p:nvGrpSpPr>
        <p:grpSpPr>
          <a:xfrm>
            <a:off x="1874940" y="2161554"/>
            <a:ext cx="2997051" cy="1430056"/>
            <a:chOff x="3323922" y="1873456"/>
            <a:chExt cx="2997051" cy="1430056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3BE443F1-85FB-2A5F-1817-07AA151BF940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3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F2691D71-4B22-DCB8-110D-DD367E3406AB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F40C6747-B367-318C-6980-EE633508CA78}"/>
                </a:ext>
              </a:extLst>
            </p:cNvPr>
            <p:cNvSpPr/>
            <p:nvPr/>
          </p:nvSpPr>
          <p:spPr>
            <a:xfrm>
              <a:off x="5780973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741EBA14-95E8-ADCF-EC26-25FAB39A32FC}"/>
                </a:ext>
              </a:extLst>
            </p:cNvPr>
            <p:cNvCxnSpPr>
              <a:cxnSpLocks/>
              <a:stCxn id="5" idx="2"/>
              <a:endCxn id="6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[R] 22">
              <a:extLst>
                <a:ext uri="{FF2B5EF4-FFF2-40B4-BE49-F238E27FC236}">
                  <a16:creationId xmlns:a16="http://schemas.microsoft.com/office/drawing/2014/main" id="{E8384A89-5F6D-0747-419F-91B457360BD9}"/>
                </a:ext>
              </a:extLst>
            </p:cNvPr>
            <p:cNvCxnSpPr>
              <a:cxnSpLocks/>
              <a:stCxn id="5" idx="6"/>
              <a:endCxn id="7" idx="1"/>
            </p:cNvCxnSpPr>
            <p:nvPr/>
          </p:nvCxnSpPr>
          <p:spPr>
            <a:xfrm>
              <a:off x="5116357" y="2142766"/>
              <a:ext cx="743697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07F85334-DFF9-FB3E-E36C-40B59D033567}"/>
              </a:ext>
            </a:extLst>
          </p:cNvPr>
          <p:cNvGrpSpPr/>
          <p:nvPr/>
        </p:nvGrpSpPr>
        <p:grpSpPr>
          <a:xfrm>
            <a:off x="7844678" y="2161554"/>
            <a:ext cx="1792435" cy="1430056"/>
            <a:chOff x="3323922" y="1873456"/>
            <a:chExt cx="1792435" cy="1430056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5D65756F-F8FE-A239-0402-C1289F7A3F34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2049FA80-DB34-79EE-1D52-2290871D6277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93" name="직선 연결선[R] 92">
              <a:extLst>
                <a:ext uri="{FF2B5EF4-FFF2-40B4-BE49-F238E27FC236}">
                  <a16:creationId xmlns:a16="http://schemas.microsoft.com/office/drawing/2014/main" id="{1B2DAA1C-7CA1-BF37-D115-0E37418F3F0C}"/>
                </a:ext>
              </a:extLst>
            </p:cNvPr>
            <p:cNvCxnSpPr>
              <a:cxnSpLocks/>
              <a:stCxn id="82" idx="2"/>
              <a:endCxn id="83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오른쪽 화살표[R] 105">
            <a:extLst>
              <a:ext uri="{FF2B5EF4-FFF2-40B4-BE49-F238E27FC236}">
                <a16:creationId xmlns:a16="http://schemas.microsoft.com/office/drawing/2014/main" id="{681D84D3-CF9E-ED80-A7DD-F32742B52511}"/>
              </a:ext>
            </a:extLst>
          </p:cNvPr>
          <p:cNvSpPr/>
          <p:nvPr/>
        </p:nvSpPr>
        <p:spPr>
          <a:xfrm>
            <a:off x="5616029" y="3269289"/>
            <a:ext cx="715393" cy="24344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25C4467-9CE8-6330-0C8C-FD8045FFF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961027"/>
              </p:ext>
            </p:extLst>
          </p:nvPr>
        </p:nvGraphicFramePr>
        <p:xfrm>
          <a:off x="2766525" y="5970514"/>
          <a:ext cx="61537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371">
                  <a:extLst>
                    <a:ext uri="{9D8B030D-6E8A-4147-A177-3AD203B41FA5}">
                      <a16:colId xmlns:a16="http://schemas.microsoft.com/office/drawing/2014/main" val="2037875561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41060822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934683527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64920318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256350886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90287804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11835278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46675683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09459569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67621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14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4440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26FB6-AA10-357A-4E96-E429C9BD0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98024A-D071-8A32-374F-2B3508F987EC}"/>
              </a:ext>
            </a:extLst>
          </p:cNvPr>
          <p:cNvSpPr txBox="1"/>
          <p:nvPr/>
        </p:nvSpPr>
        <p:spPr>
          <a:xfrm>
            <a:off x="132522" y="1325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힙정렬연습문제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73E11B-7195-A0D1-F75B-C205F370F455}"/>
              </a:ext>
            </a:extLst>
          </p:cNvPr>
          <p:cNvSpPr txBox="1"/>
          <p:nvPr/>
        </p:nvSpPr>
        <p:spPr>
          <a:xfrm>
            <a:off x="132522" y="50185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6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BC39F-7E10-83B0-2B3E-3C7F21E87C20}"/>
              </a:ext>
            </a:extLst>
          </p:cNvPr>
          <p:cNvSpPr txBox="1"/>
          <p:nvPr/>
        </p:nvSpPr>
        <p:spPr>
          <a:xfrm>
            <a:off x="5456896" y="68652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</a:t>
            </a:r>
            <a:r>
              <a:rPr kumimoji="1" lang="ko-KR" altLang="en-US" dirty="0"/>
              <a:t>단계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B1ECED7E-5A3B-F3AB-9EC1-4A7A98B5031A}"/>
              </a:ext>
            </a:extLst>
          </p:cNvPr>
          <p:cNvGrpSpPr/>
          <p:nvPr/>
        </p:nvGrpSpPr>
        <p:grpSpPr>
          <a:xfrm>
            <a:off x="1874940" y="2161554"/>
            <a:ext cx="1792435" cy="1430056"/>
            <a:chOff x="3323922" y="1873456"/>
            <a:chExt cx="1792435" cy="1430056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31A9F177-607D-2604-6E2C-042CD259720F}"/>
                </a:ext>
              </a:extLst>
            </p:cNvPr>
            <p:cNvSpPr/>
            <p:nvPr/>
          </p:nvSpPr>
          <p:spPr>
            <a:xfrm>
              <a:off x="4576357" y="1873456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2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5C9C0E26-DED9-6040-9E0E-097869849A30}"/>
                </a:ext>
              </a:extLst>
            </p:cNvPr>
            <p:cNvSpPr/>
            <p:nvPr/>
          </p:nvSpPr>
          <p:spPr>
            <a:xfrm>
              <a:off x="3323922" y="2764892"/>
              <a:ext cx="540000" cy="53862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ysClr val="windowText" lastClr="000000"/>
                  </a:solidFill>
                </a:rPr>
                <a:t>1</a:t>
              </a:r>
              <a:endParaRPr kumimoji="1"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F456929E-7FAF-9C99-F87D-054C6CCDC3CE}"/>
                </a:ext>
              </a:extLst>
            </p:cNvPr>
            <p:cNvCxnSpPr>
              <a:cxnSpLocks/>
              <a:stCxn id="5" idx="2"/>
              <a:endCxn id="6" idx="7"/>
            </p:cNvCxnSpPr>
            <p:nvPr/>
          </p:nvCxnSpPr>
          <p:spPr>
            <a:xfrm flipH="1">
              <a:off x="3784841" y="2142766"/>
              <a:ext cx="791516" cy="701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타원 81">
            <a:extLst>
              <a:ext uri="{FF2B5EF4-FFF2-40B4-BE49-F238E27FC236}">
                <a16:creationId xmlns:a16="http://schemas.microsoft.com/office/drawing/2014/main" id="{0DA07DDC-26C4-E905-05B4-AE6618728665}"/>
              </a:ext>
            </a:extLst>
          </p:cNvPr>
          <p:cNvSpPr/>
          <p:nvPr/>
        </p:nvSpPr>
        <p:spPr>
          <a:xfrm>
            <a:off x="9097113" y="2161554"/>
            <a:ext cx="540000" cy="5386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1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6" name="오른쪽 화살표[R] 105">
            <a:extLst>
              <a:ext uri="{FF2B5EF4-FFF2-40B4-BE49-F238E27FC236}">
                <a16:creationId xmlns:a16="http://schemas.microsoft.com/office/drawing/2014/main" id="{953AE877-0088-0BA2-AA5D-181223CEBD3A}"/>
              </a:ext>
            </a:extLst>
          </p:cNvPr>
          <p:cNvSpPr/>
          <p:nvPr/>
        </p:nvSpPr>
        <p:spPr>
          <a:xfrm>
            <a:off x="5616029" y="3269289"/>
            <a:ext cx="715393" cy="24344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5C730E3-B4E7-DB6E-9C49-5A51682BD6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288535"/>
              </p:ext>
            </p:extLst>
          </p:nvPr>
        </p:nvGraphicFramePr>
        <p:xfrm>
          <a:off x="2766525" y="5970514"/>
          <a:ext cx="61537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371">
                  <a:extLst>
                    <a:ext uri="{9D8B030D-6E8A-4147-A177-3AD203B41FA5}">
                      <a16:colId xmlns:a16="http://schemas.microsoft.com/office/drawing/2014/main" val="2037875561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41060822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934683527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64920318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256350886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90287804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11835278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46675683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09459569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67621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14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411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E96EF-CF3E-0147-192D-182B96277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EF1620-5F3D-7C2C-0813-F8DF5B361A12}"/>
              </a:ext>
            </a:extLst>
          </p:cNvPr>
          <p:cNvSpPr txBox="1"/>
          <p:nvPr/>
        </p:nvSpPr>
        <p:spPr>
          <a:xfrm>
            <a:off x="132522" y="1325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힙정렬연습문제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8FD4A8-0403-D518-B117-CA8C4BB0B931}"/>
              </a:ext>
            </a:extLst>
          </p:cNvPr>
          <p:cNvSpPr txBox="1"/>
          <p:nvPr/>
        </p:nvSpPr>
        <p:spPr>
          <a:xfrm>
            <a:off x="132522" y="50185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6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E092B9-CC8D-2ACE-96C7-8BBF97FAFEDF}"/>
              </a:ext>
            </a:extLst>
          </p:cNvPr>
          <p:cNvSpPr txBox="1"/>
          <p:nvPr/>
        </p:nvSpPr>
        <p:spPr>
          <a:xfrm>
            <a:off x="5456896" y="68652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</a:t>
            </a:r>
            <a:r>
              <a:rPr kumimoji="1" lang="ko-KR" altLang="en-US" dirty="0"/>
              <a:t>단계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8F54672-2B36-CC32-A2C1-2F13EDA6AB4D}"/>
              </a:ext>
            </a:extLst>
          </p:cNvPr>
          <p:cNvSpPr/>
          <p:nvPr/>
        </p:nvSpPr>
        <p:spPr>
          <a:xfrm>
            <a:off x="3127375" y="2161554"/>
            <a:ext cx="540000" cy="5386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1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6" name="오른쪽 화살표[R] 105">
            <a:extLst>
              <a:ext uri="{FF2B5EF4-FFF2-40B4-BE49-F238E27FC236}">
                <a16:creationId xmlns:a16="http://schemas.microsoft.com/office/drawing/2014/main" id="{C366F1F7-CA64-FBA6-32A8-674CB05F2C63}"/>
              </a:ext>
            </a:extLst>
          </p:cNvPr>
          <p:cNvSpPr/>
          <p:nvPr/>
        </p:nvSpPr>
        <p:spPr>
          <a:xfrm>
            <a:off x="5616029" y="3269289"/>
            <a:ext cx="715393" cy="24344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072B6B9-D12C-E2C8-1A86-7139CAF43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192707"/>
              </p:ext>
            </p:extLst>
          </p:nvPr>
        </p:nvGraphicFramePr>
        <p:xfrm>
          <a:off x="2766525" y="5970514"/>
          <a:ext cx="61537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371">
                  <a:extLst>
                    <a:ext uri="{9D8B030D-6E8A-4147-A177-3AD203B41FA5}">
                      <a16:colId xmlns:a16="http://schemas.microsoft.com/office/drawing/2014/main" val="2037875561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41060822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1934683527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64920318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256350886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2902878049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11835278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3466756830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094595692"/>
                    </a:ext>
                  </a:extLst>
                </a:gridCol>
                <a:gridCol w="615371">
                  <a:extLst>
                    <a:ext uri="{9D8B030D-6E8A-4147-A177-3AD203B41FA5}">
                      <a16:colId xmlns:a16="http://schemas.microsoft.com/office/drawing/2014/main" val="467621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14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6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617</Words>
  <Application>Microsoft Macintosh PowerPoint</Application>
  <PresentationFormat>와이드스크린</PresentationFormat>
  <Paragraphs>313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이다연</dc:creator>
  <cp:lastModifiedBy>이다연</cp:lastModifiedBy>
  <cp:revision>1</cp:revision>
  <dcterms:created xsi:type="dcterms:W3CDTF">2026-08-25T07:07:35Z</dcterms:created>
  <dcterms:modified xsi:type="dcterms:W3CDTF">2026-08-25T07:59:07Z</dcterms:modified>
</cp:coreProperties>
</file>