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C48B3-71DE-96EB-ACC4-BB6E96139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D442A3-A39B-FB5D-236A-23649FE03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CB5421-4F47-FEB6-A73C-719249B7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9C172-97B6-0451-64D0-BEF95CF0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AB9937-2C5F-DABB-F783-396A0C1B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600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70288-3877-FCD3-22E6-408DF8F0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BAD4D8-5EC4-B405-A7CF-636AC186D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DAC29B-35E3-0D6F-E13F-B98C2BA3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EEA002-699C-134E-CBD0-54CACC13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A71535-CDD5-6F28-E58C-616E9D13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11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847EB-9DAC-77F3-427D-6D935320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74444C-6594-BA35-89AE-DE9445F3E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C250C6-AA0C-889E-5B6E-5CF1BA766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14ED92-8461-49E5-1AB6-572D738BA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127812-6A5E-D4C6-B038-EF9695DB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6800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E015D-139F-AD64-927D-5CAF814A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798AE5-3FDD-F959-67DD-4C18AA1D2D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4AAF4B-B3A5-8CB1-EC11-742580BB2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EC8047-95AB-8B16-0FCC-B058D5020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86F328-3FAA-6AD2-A182-F306D6CF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5DB182-3554-A2C4-63F9-37D0F010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353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F7C8B-08C6-93F1-D85C-EBE5169A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23CEAC-EE59-72A9-05AF-DC17BEB6E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65E176-B31E-F8EC-97AE-BC06A005C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142EC1-49D4-4453-C758-853D455C7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9F3892-87C9-C348-8842-B2C775B8D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57A5C6-5B47-F704-D571-FD13266F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40493D-95AF-A601-35BC-88E711D2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3C2248-EB20-6323-E95E-B0B78F82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508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9C7A1-01E2-829D-05C4-B213D076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A154D1-C4EB-E7BC-E214-850319B0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ECB24D-1D55-6000-E659-27BAB784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1FAD49-ACA6-4B8B-DCA2-4FEB73AF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685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143F94-D879-FC88-7AA8-75957685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51DAB2-C751-D6B0-4C78-E366B59C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AA9814-AE4F-D6CF-C52E-B9C000BD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1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F62E8-B478-A26B-C939-0D9D0506B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94EC4-A9AD-25A4-8BA5-0CD0262E7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CA3A8D-9065-1172-BC3D-13564CA1F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2E25B1-1624-05A1-44D4-F1E3C2409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C38C0A-9094-783D-8074-10A6B8BA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4B5451-FBF0-A706-16B4-C740E152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393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FC0C2-A729-F5DB-084B-3E24E75EB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EF2105-9729-B3D3-8F1F-75599D8E2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FCDE2B-54BA-C1C3-B8CE-90C7AFC73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764A96-B7E2-4CD8-058B-900FFA38D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CB5866-3A53-BE8E-4333-CAC5C03D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FB3910-FEBB-AD7E-E7E5-85E7343E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303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E6B91-C9F7-CAD8-0154-28A61E7F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A5C55B-31E9-88C5-5BD8-41FDA8F59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61DAA-E8B0-2AFF-4DD6-06A004BB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1338E7-61DA-A61E-7410-EE0DAC23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1CA67-A997-30D3-F2F8-53EA03CB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687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979CD0-311D-3074-DA05-AC13CC26A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E3B81F-BCF0-8E21-F826-01B1F0E52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D47B3-2DAF-DB6A-4B7D-E84DB87D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052595-DDFD-DEFF-ACC5-F3142B7B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87B7B6-C02A-E160-41CB-5857ADA2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024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33D80E-2E93-6D94-12E8-385E97AA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4C79E9-4750-4FD7-5429-0420A8D5D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DF62AA-846E-5E28-0BFD-2BAA167D1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05ACC-AC74-F743-86FE-CA48E53EB311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59D23-18CF-159F-F65A-EB7358951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70AAD-5FFD-47C5-D9C1-1600E8D2F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0C76D-C67B-0B4E-AE79-B32E1A8CBBD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614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6C9C38-0593-7D72-A36D-D39AFF7546B1}"/>
              </a:ext>
            </a:extLst>
          </p:cNvPr>
          <p:cNvSpPr txBox="1"/>
          <p:nvPr/>
        </p:nvSpPr>
        <p:spPr>
          <a:xfrm>
            <a:off x="138223" y="14885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기수정렬연습문제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D0E32-4546-22F4-8F3C-57FBE970623C}"/>
              </a:ext>
            </a:extLst>
          </p:cNvPr>
          <p:cNvSpPr txBox="1"/>
          <p:nvPr/>
        </p:nvSpPr>
        <p:spPr>
          <a:xfrm>
            <a:off x="138223" y="518188"/>
            <a:ext cx="3142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28,</a:t>
            </a:r>
            <a:r>
              <a:rPr kumimoji="1" lang="ko-KR" altLang="en-US" dirty="0"/>
              <a:t> </a:t>
            </a:r>
            <a:r>
              <a:rPr kumimoji="1" lang="en-US" altLang="ko-KR" dirty="0"/>
              <a:t>93,</a:t>
            </a:r>
            <a:r>
              <a:rPr kumimoji="1" lang="ko-KR" altLang="en-US" dirty="0"/>
              <a:t> </a:t>
            </a:r>
            <a:r>
              <a:rPr kumimoji="1" lang="en-US" altLang="ko-KR" dirty="0"/>
              <a:t>39,</a:t>
            </a:r>
            <a:r>
              <a:rPr kumimoji="1" lang="ko-KR" altLang="en-US" dirty="0"/>
              <a:t> </a:t>
            </a:r>
            <a:r>
              <a:rPr kumimoji="1" lang="en-US" altLang="ko-KR" dirty="0"/>
              <a:t>81,</a:t>
            </a:r>
            <a:r>
              <a:rPr kumimoji="1" lang="ko-KR" altLang="en-US" dirty="0"/>
              <a:t> </a:t>
            </a:r>
            <a:r>
              <a:rPr kumimoji="1" lang="en-US" altLang="ko-KR" dirty="0"/>
              <a:t>62,</a:t>
            </a:r>
            <a:r>
              <a:rPr kumimoji="1" lang="ko-KR" altLang="en-US" dirty="0"/>
              <a:t> </a:t>
            </a:r>
            <a:r>
              <a:rPr kumimoji="1" lang="en-US" altLang="ko-KR" dirty="0"/>
              <a:t>72,</a:t>
            </a:r>
            <a:r>
              <a:rPr kumimoji="1" lang="ko-KR" altLang="en-US" dirty="0"/>
              <a:t> </a:t>
            </a:r>
            <a:r>
              <a:rPr kumimoji="1" lang="en-US" altLang="ko-KR" dirty="0"/>
              <a:t>38,</a:t>
            </a:r>
            <a:r>
              <a:rPr kumimoji="1" lang="ko-KR" altLang="en-US" dirty="0"/>
              <a:t> </a:t>
            </a:r>
            <a:r>
              <a:rPr kumimoji="1" lang="en-US" altLang="ko-KR" dirty="0"/>
              <a:t>26</a:t>
            </a:r>
            <a:endParaRPr kumimoji="1"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EB4D40D-1954-61B4-FE8A-9BC79308F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400605"/>
              </p:ext>
            </p:extLst>
          </p:nvPr>
        </p:nvGraphicFramePr>
        <p:xfrm>
          <a:off x="1836917" y="1690576"/>
          <a:ext cx="3142207" cy="370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073">
                  <a:extLst>
                    <a:ext uri="{9D8B030D-6E8A-4147-A177-3AD203B41FA5}">
                      <a16:colId xmlns:a16="http://schemas.microsoft.com/office/drawing/2014/main" val="3006424204"/>
                    </a:ext>
                  </a:extLst>
                </a:gridCol>
                <a:gridCol w="2067134">
                  <a:extLst>
                    <a:ext uri="{9D8B030D-6E8A-4147-A177-3AD203B41FA5}">
                      <a16:colId xmlns:a16="http://schemas.microsoft.com/office/drawing/2014/main" val="3052818033"/>
                    </a:ext>
                  </a:extLst>
                </a:gridCol>
              </a:tblGrid>
              <a:tr h="3507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Q[0]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305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[81]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152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[62 72]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780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[93]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71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Q[4]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6571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Q[5]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659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Q[6]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[26]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080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Q[7]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7539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Q[8]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[28 38]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905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Q[9]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[39]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38895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BD3C89A-D08A-D0E2-F448-F388163FA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434693"/>
              </p:ext>
            </p:extLst>
          </p:nvPr>
        </p:nvGraphicFramePr>
        <p:xfrm>
          <a:off x="7212878" y="1690576"/>
          <a:ext cx="3142207" cy="370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073">
                  <a:extLst>
                    <a:ext uri="{9D8B030D-6E8A-4147-A177-3AD203B41FA5}">
                      <a16:colId xmlns:a16="http://schemas.microsoft.com/office/drawing/2014/main" val="3006424204"/>
                    </a:ext>
                  </a:extLst>
                </a:gridCol>
                <a:gridCol w="2067134">
                  <a:extLst>
                    <a:ext uri="{9D8B030D-6E8A-4147-A177-3AD203B41FA5}">
                      <a16:colId xmlns:a16="http://schemas.microsoft.com/office/drawing/2014/main" val="3052818033"/>
                    </a:ext>
                  </a:extLst>
                </a:gridCol>
              </a:tblGrid>
              <a:tr h="3507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Q[0]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305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152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[26 28]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780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[38 39]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71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Q[4]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6571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Q[5]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659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Q[6]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[62]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080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Q[7]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[72]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7539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Q[8]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[81]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905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Q[9]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[93]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388958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E5DA2AD-98D7-CF85-64ED-BAA8AA6DBE44}"/>
              </a:ext>
            </a:extLst>
          </p:cNvPr>
          <p:cNvCxnSpPr/>
          <p:nvPr/>
        </p:nvCxnSpPr>
        <p:spPr>
          <a:xfrm>
            <a:off x="5103628" y="3429000"/>
            <a:ext cx="19351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2BB432-125A-9C35-5E93-604373A58C8C}"/>
              </a:ext>
            </a:extLst>
          </p:cNvPr>
          <p:cNvSpPr txBox="1"/>
          <p:nvPr/>
        </p:nvSpPr>
        <p:spPr>
          <a:xfrm>
            <a:off x="3685725" y="1104382"/>
            <a:ext cx="4820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초기 리스트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a = [28 93 39 81 62 72 38 26]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A812D-0270-59C1-B926-4100601DA2B9}"/>
              </a:ext>
            </a:extLst>
          </p:cNvPr>
          <p:cNvSpPr txBox="1"/>
          <p:nvPr/>
        </p:nvSpPr>
        <p:spPr>
          <a:xfrm>
            <a:off x="1709326" y="5646568"/>
            <a:ext cx="3600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일의 자리 수를 기초로 정렬</a:t>
            </a:r>
            <a:endParaRPr kumimoji="1" lang="en-US" altLang="ko-KR" dirty="0"/>
          </a:p>
          <a:p>
            <a:r>
              <a:rPr kumimoji="1" lang="ko-KR" altLang="en-US" dirty="0"/>
              <a:t>결과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[81</a:t>
            </a:r>
            <a:r>
              <a:rPr kumimoji="1" lang="ko-KR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62</a:t>
            </a:r>
            <a:r>
              <a:rPr kumimoji="1" lang="ko-KR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72</a:t>
            </a:r>
            <a:r>
              <a:rPr kumimoji="1" lang="ko-KR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93</a:t>
            </a:r>
            <a:r>
              <a:rPr kumimoji="1" lang="ko-KR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26</a:t>
            </a:r>
            <a:r>
              <a:rPr kumimoji="1" lang="ko-KR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28</a:t>
            </a:r>
            <a:r>
              <a:rPr kumimoji="1" lang="ko-KR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38</a:t>
            </a:r>
            <a:r>
              <a:rPr kumimoji="1" lang="ko-KR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39]</a:t>
            </a:r>
            <a:endParaRPr kumimoji="1" lang="ko-KR" alt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AC60A8-E0BE-2E35-2075-63876FDEC0CE}"/>
              </a:ext>
            </a:extLst>
          </p:cNvPr>
          <p:cNvSpPr txBox="1"/>
          <p:nvPr/>
        </p:nvSpPr>
        <p:spPr>
          <a:xfrm>
            <a:off x="7212878" y="5646568"/>
            <a:ext cx="3600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십의 자리 수를 기초로 정렬</a:t>
            </a:r>
            <a:endParaRPr kumimoji="1" lang="en-US" altLang="ko-KR" dirty="0"/>
          </a:p>
          <a:p>
            <a:r>
              <a:rPr kumimoji="1" lang="ko-KR" altLang="en-US" dirty="0"/>
              <a:t>결과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[26</a:t>
            </a:r>
            <a:r>
              <a:rPr kumimoji="1"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28</a:t>
            </a:r>
            <a:r>
              <a:rPr kumimoji="1"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38</a:t>
            </a:r>
            <a:r>
              <a:rPr kumimoji="1"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39</a:t>
            </a:r>
            <a:r>
              <a:rPr kumimoji="1"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62</a:t>
            </a:r>
            <a:r>
              <a:rPr kumimoji="1"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72</a:t>
            </a:r>
            <a:r>
              <a:rPr kumimoji="1"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81</a:t>
            </a:r>
            <a:r>
              <a:rPr kumimoji="1"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93]</a:t>
            </a:r>
            <a:endParaRPr kumimoji="1" lang="ko-KR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55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185</Words>
  <Application>Microsoft Macintosh PowerPoint</Application>
  <PresentationFormat>와이드스크린</PresentationFormat>
  <Paragraphs>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1</cp:revision>
  <dcterms:created xsi:type="dcterms:W3CDTF">2026-08-24T07:09:01Z</dcterms:created>
  <dcterms:modified xsi:type="dcterms:W3CDTF">2026-08-24T07:19:07Z</dcterms:modified>
</cp:coreProperties>
</file>