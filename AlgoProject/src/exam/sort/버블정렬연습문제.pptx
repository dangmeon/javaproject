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82"/>
    <p:restoredTop sz="94660"/>
  </p:normalViewPr>
  <p:slideViewPr>
    <p:cSldViewPr snapToGrid="0">
      <p:cViewPr varScale="1">
        <p:scale>
          <a:sx n="82" d="100"/>
          <a:sy n="82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146666-B782-DC1D-254A-41B0DC3AB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C64F90-D8AC-5589-34D2-43ABF96D6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6FA33C-106F-F577-E4DF-8427EFFB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AE0FC4-0ED5-A2D0-17DF-D3AE718B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D097C6-73B7-D4B4-3013-28FE6818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558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48EA8-40E3-BE85-DE38-D3CC93131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318847-628D-1719-EAFE-60C0E7171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2B7F2E-3CBF-0A12-ACD2-3A73D203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1C6B06-3239-1C26-FECA-76F0A29D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072F3F-8E43-685D-F746-20A33DE2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7892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0EDA1-03CA-5FEE-BA0F-8F2B3356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37E305-3FAB-222F-BAD3-081B418C2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B0A957-423D-FA16-2FA6-01B106B2E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587BE2-35EC-B120-07C0-863527E4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552770-339E-F64B-10FF-C134880D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8593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E448C-5BDC-34F6-E7B4-C03F72B5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A52580-F3DC-4F57-6900-93F54F822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29F4F1-340A-A557-ECE3-E4B31D164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738CD-9D8E-2879-D60D-C7AA4A70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5BA3C1-E79B-96D6-2753-CCB49054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D6C069-9B40-9C38-C1AB-61A3AF15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665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F3E91-50B4-195F-BEE6-AB633B23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9CD50F-D516-0A46-EE06-BD86C980C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B72E60-31A3-A072-F7D0-98595373E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98DF0A-4442-74C0-F6CD-15FE421D6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28923E-B0AE-FE62-22C8-76C3BFDD40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AFE54B9-F683-65EC-3096-5762963DF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3C5726D-98E0-04E1-9065-38C5975A7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70F00B-2844-C760-3DE0-C95DF10C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1266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69072-58C6-3FBA-4442-C8578815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6CB427-9FBB-367F-A29F-4D68082D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211E75-931D-C546-00AF-D26DF59E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C6101F-016E-C621-0578-8C10FCA4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976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750381C-AEC9-27A3-5870-D61042AA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AE10D7-20A7-8DF3-108B-02DE0EC7C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BE1810-9354-A154-149C-6B93085A2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109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6DAE7-C217-3D0B-A95E-4648BBC3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9A3280-56EE-6622-44A1-72BC384F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80427B-FF9E-0D01-E8E9-DF5028E66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75CDBF-C1BD-A74D-EC9A-37493A3A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D06518-4EF8-27C0-73BB-3DE8D472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5C7CB3-287B-B8D3-D939-D39F6467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9213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891A1-435A-28F4-2092-0F48C0A5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79FB90-9DAA-470D-07EC-81D75606A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75CE22-8D50-074C-1FF0-315426475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7C4A43-B902-8592-4DDE-8A4194BA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E23A4C-CE61-A679-5C98-824D065D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AF570F-95DD-D65F-798A-B37F2363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239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EA802-292A-8A68-9D0E-27FC1DCB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D775B8-DADA-299F-7375-4A56BA844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F2219D-1924-8351-96E4-919AFB13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21C623-35BF-8185-A05A-15D8B0496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979E3-3AAF-B15E-50C5-96C050A1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3079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9DFF43-3F3B-CFCC-CD3F-87BE0B1B4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7508A1-7BC6-93E1-303F-704A7509C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58037B-3250-D260-4FD6-31C1F42D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A0CD4A-D6C2-1107-E771-CB7CDCF4D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361C64-D58F-0D09-356A-E4917B98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0796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B4CA66-1A6A-1B73-4CB6-B93290499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41881-5DEF-3645-F3B8-335E3BD51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06F169-1C9A-9854-6B6F-3D54A2AC8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062B1-68DD-9E46-8DEB-CDD0619A7390}" type="datetimeFigureOut">
              <a:rPr kumimoji="1" lang="ko-KR" altLang="en-US" smtClean="0"/>
              <a:t>2026. 8. 20.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BF7E6-32AE-A52E-7D2F-149024467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EF8CB2-3C46-7E1F-6422-AE51C5140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3F213-FF8C-264A-8B78-FCA9B67CB4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476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D9E7AB-CA90-98F0-F816-D0217525308F}"/>
              </a:ext>
            </a:extLst>
          </p:cNvPr>
          <p:cNvSpPr txBox="1"/>
          <p:nvPr/>
        </p:nvSpPr>
        <p:spPr>
          <a:xfrm>
            <a:off x="244548" y="28708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버블 정렬 연습문제</a:t>
            </a:r>
            <a:endParaRPr kumimoji="1"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A74A3-0824-3E06-4F8A-9445BCBADDC6}"/>
              </a:ext>
            </a:extLst>
          </p:cNvPr>
          <p:cNvSpPr txBox="1"/>
          <p:nvPr/>
        </p:nvSpPr>
        <p:spPr>
          <a:xfrm>
            <a:off x="244548" y="656412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8,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7</a:t>
            </a:r>
            <a:endParaRPr kumimoji="1" lang="ko-KR" altLang="en-US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426451B-CF99-124A-DCC3-52BB289E7CC6}"/>
              </a:ext>
            </a:extLst>
          </p:cNvPr>
          <p:cNvGrpSpPr/>
          <p:nvPr/>
        </p:nvGrpSpPr>
        <p:grpSpPr>
          <a:xfrm>
            <a:off x="2573476" y="1289879"/>
            <a:ext cx="7045048" cy="5539980"/>
            <a:chOff x="2573476" y="1289879"/>
            <a:chExt cx="7045048" cy="55399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90CCC1-A21F-3BEF-CC7A-CBFF0B8AA7F9}"/>
                </a:ext>
              </a:extLst>
            </p:cNvPr>
            <p:cNvSpPr txBox="1"/>
            <p:nvPr/>
          </p:nvSpPr>
          <p:spPr>
            <a:xfrm>
              <a:off x="3806192" y="128987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초기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27E6738-FB66-9511-9849-111DE3C12CA4}"/>
                </a:ext>
              </a:extLst>
            </p:cNvPr>
            <p:cNvSpPr txBox="1"/>
            <p:nvPr/>
          </p:nvSpPr>
          <p:spPr>
            <a:xfrm>
              <a:off x="5063110" y="1289879"/>
              <a:ext cx="21707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chemeClr val="accent1"/>
                  </a:solidFill>
                </a:rPr>
                <a:t>5</a:t>
              </a:r>
              <a:r>
                <a:rPr kumimoji="1" lang="ko-KR" altLang="en-US" dirty="0">
                  <a:solidFill>
                    <a:schemeClr val="accent1"/>
                  </a:solidFill>
                </a:rPr>
                <a:t>   </a:t>
              </a:r>
              <a:r>
                <a:rPr kumimoji="1" lang="en-US" altLang="ko-KR" dirty="0">
                  <a:solidFill>
                    <a:schemeClr val="accent1"/>
                  </a:solidFill>
                </a:rPr>
                <a:t>3</a:t>
              </a:r>
              <a:r>
                <a:rPr kumimoji="1" lang="ko-KR" altLang="en-US" dirty="0">
                  <a:solidFill>
                    <a:schemeClr val="accent1"/>
                  </a:solidFill>
                </a:rPr>
                <a:t>   </a:t>
              </a:r>
              <a:r>
                <a:rPr kumimoji="1" lang="en-US" altLang="ko-KR" dirty="0">
                  <a:solidFill>
                    <a:schemeClr val="accent1"/>
                  </a:solidFill>
                </a:rPr>
                <a:t>8</a:t>
              </a:r>
              <a:r>
                <a:rPr kumimoji="1" lang="ko-KR" altLang="en-US" dirty="0">
                  <a:solidFill>
                    <a:schemeClr val="accent1"/>
                  </a:solidFill>
                </a:rPr>
                <a:t>   </a:t>
              </a:r>
              <a:r>
                <a:rPr kumimoji="1" lang="en-US" altLang="ko-KR" dirty="0">
                  <a:solidFill>
                    <a:schemeClr val="accent1"/>
                  </a:solidFill>
                </a:rPr>
                <a:t>1</a:t>
              </a:r>
              <a:r>
                <a:rPr kumimoji="1" lang="ko-KR" altLang="en-US" dirty="0">
                  <a:solidFill>
                    <a:schemeClr val="accent1"/>
                  </a:solidFill>
                </a:rPr>
                <a:t>   </a:t>
              </a:r>
              <a:r>
                <a:rPr kumimoji="1" lang="en-US" altLang="ko-KR" dirty="0">
                  <a:solidFill>
                    <a:schemeClr val="accent1"/>
                  </a:solidFill>
                </a:rPr>
                <a:t>2</a:t>
              </a:r>
              <a:r>
                <a:rPr kumimoji="1" lang="ko-KR" altLang="en-US" dirty="0">
                  <a:solidFill>
                    <a:schemeClr val="accent1"/>
                  </a:solidFill>
                </a:rPr>
                <a:t>   </a:t>
              </a:r>
              <a:r>
                <a:rPr kumimoji="1" lang="en-US" altLang="ko-KR" dirty="0">
                  <a:solidFill>
                    <a:schemeClr val="accent1"/>
                  </a:solidFill>
                </a:rPr>
                <a:t>7</a:t>
              </a:r>
              <a:endParaRPr kumimoji="1" lang="ko-KR" altLang="en-US" dirty="0">
                <a:solidFill>
                  <a:schemeClr val="accent1"/>
                </a:solidFill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964725A-30BE-5FF1-D3E8-BF256CF5E30E}"/>
                </a:ext>
              </a:extLst>
            </p:cNvPr>
            <p:cNvGrpSpPr/>
            <p:nvPr/>
          </p:nvGrpSpPr>
          <p:grpSpPr>
            <a:xfrm>
              <a:off x="2573476" y="1659211"/>
              <a:ext cx="7045048" cy="1846660"/>
              <a:chOff x="2721938" y="1647146"/>
              <a:chExt cx="7045048" cy="1846660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B7554E47-64F8-08B3-18A9-61FDCD2065A7}"/>
                  </a:ext>
                </a:extLst>
              </p:cNvPr>
              <p:cNvGrpSpPr/>
              <p:nvPr/>
            </p:nvGrpSpPr>
            <p:grpSpPr>
              <a:xfrm>
                <a:off x="2721938" y="1647146"/>
                <a:ext cx="6501630" cy="369332"/>
                <a:chOff x="2721938" y="1647146"/>
                <a:chExt cx="6501630" cy="369332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12F54EE-A0AE-BF2E-9A44-DF75E7C7B599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EFE6ABB-1B13-1EDE-0429-0E657F7E8C3E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0038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라운드</a:t>
                  </a:r>
                  <a:endParaRPr kumimoji="1" lang="en-US" altLang="ko-KR" dirty="0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BA45AD7-F655-82C4-CBFE-8C5B6118E0A8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3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5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7</a:t>
                  </a:r>
                  <a:endParaRPr kumimoji="1" lang="ko-KR" altLang="en-US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70328B1-3B36-5E44-4E00-CB8C8C96F89E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293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와 </a:t>
                  </a:r>
                  <a:r>
                    <a:rPr kumimoji="1" lang="en-US" altLang="ko-KR" dirty="0"/>
                    <a:t>3</a:t>
                  </a:r>
                  <a:r>
                    <a:rPr kumimoji="1" lang="ko-KR" altLang="en-US" dirty="0"/>
                    <a:t> 교환</a:t>
                  </a:r>
                  <a:endParaRPr kumimoji="1" lang="en-US" altLang="ko-KR" dirty="0"/>
                </a:p>
              </p:txBody>
            </p: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1FFD986B-3B00-3788-0E19-7B0B691695C6}"/>
                  </a:ext>
                </a:extLst>
              </p:cNvPr>
              <p:cNvGrpSpPr/>
              <p:nvPr/>
            </p:nvGrpSpPr>
            <p:grpSpPr>
              <a:xfrm>
                <a:off x="2721938" y="2016478"/>
                <a:ext cx="7045048" cy="369332"/>
                <a:chOff x="2721938" y="1647146"/>
                <a:chExt cx="7045048" cy="369332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A030771-199F-BC45-3A88-4E418B9418E6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8E2C712-C86A-6B77-2B4D-34C932C7A45B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F43C67A-D30D-1A1E-7B56-682B6A206262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3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5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8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7</a:t>
                  </a:r>
                  <a:endParaRPr kumimoji="1" lang="ko-KR" altLang="en-US" dirty="0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50100D5-22AF-74CC-38BF-4663797D0C23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8373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와 </a:t>
                  </a:r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 교환 없음</a:t>
                  </a:r>
                  <a:endParaRPr kumimoji="1" lang="en-US" altLang="ko-KR" dirty="0"/>
                </a:p>
              </p:txBody>
            </p: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81B18D20-635F-6F6F-815F-2C81FF0E4139}"/>
                  </a:ext>
                </a:extLst>
              </p:cNvPr>
              <p:cNvGrpSpPr/>
              <p:nvPr/>
            </p:nvGrpSpPr>
            <p:grpSpPr>
              <a:xfrm>
                <a:off x="2721938" y="2385810"/>
                <a:ext cx="6501630" cy="369332"/>
                <a:chOff x="2721938" y="1647146"/>
                <a:chExt cx="6501630" cy="369332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18ADEED-413B-1037-3952-DD282CAADEAF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3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BAFA013-D5E9-4A8E-0E75-1DB24DEA5586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EEEDEE2-A83D-3A54-59FE-4197417BCA28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3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1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8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7</a:t>
                  </a:r>
                  <a:endParaRPr kumimoji="1" lang="ko-KR" altLang="en-US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510D0B3-D0CF-A7E8-AF8F-205CB41CA568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293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과 </a:t>
                  </a:r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 교환</a:t>
                  </a:r>
                  <a:endParaRPr kumimoji="1" lang="en-US" altLang="ko-KR" dirty="0"/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FB058FD2-D77A-893A-DCFA-B4DA7ABA7276}"/>
                  </a:ext>
                </a:extLst>
              </p:cNvPr>
              <p:cNvGrpSpPr/>
              <p:nvPr/>
            </p:nvGrpSpPr>
            <p:grpSpPr>
              <a:xfrm>
                <a:off x="2721938" y="2755142"/>
                <a:ext cx="6501630" cy="369332"/>
                <a:chOff x="2721938" y="1647146"/>
                <a:chExt cx="6501630" cy="369332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D7A4241-E148-0290-FC2D-95063870BE18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4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AD5F5C2-82F6-3B61-1FB8-8D914C6C5D39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9365190-8EF9-83A5-0CE7-31D1A8062051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3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2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8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7</a:t>
                  </a:r>
                  <a:endParaRPr kumimoji="1" lang="ko-KR" altLang="en-US" dirty="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DF5D02D-86B3-72B1-9897-9DE1EA8E774F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293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과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 교환</a:t>
                  </a:r>
                  <a:endParaRPr kumimoji="1" lang="en-US" altLang="ko-KR" dirty="0"/>
                </a:p>
              </p:txBody>
            </p:sp>
          </p:grp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EA5696C1-0F46-32CC-3046-665271F4A5EB}"/>
                  </a:ext>
                </a:extLst>
              </p:cNvPr>
              <p:cNvGrpSpPr/>
              <p:nvPr/>
            </p:nvGrpSpPr>
            <p:grpSpPr>
              <a:xfrm>
                <a:off x="2721938" y="3124474"/>
                <a:ext cx="6501630" cy="369332"/>
                <a:chOff x="2721938" y="1647146"/>
                <a:chExt cx="6501630" cy="369332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365D4EF-EE47-60EA-6EDA-8BE0BEA7AB35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251588D-9A51-60F1-0DCA-B4352C837024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8F29023-AD72-D604-9B1D-C335C969AF48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3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7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8</a:t>
                  </a:r>
                  <a:endParaRPr kumimoji="1" lang="ko-KR" altLang="en-US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A0FF3FE-1599-6DB0-2098-49033FF3C7BC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293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과 </a:t>
                  </a:r>
                  <a:r>
                    <a:rPr kumimoji="1" lang="en-US" altLang="ko-KR" dirty="0"/>
                    <a:t>7</a:t>
                  </a:r>
                  <a:r>
                    <a:rPr kumimoji="1" lang="ko-KR" altLang="en-US" dirty="0"/>
                    <a:t> 교환</a:t>
                  </a:r>
                  <a:endParaRPr kumimoji="1" lang="en-US" altLang="ko-KR" dirty="0"/>
                </a:p>
              </p:txBody>
            </p:sp>
          </p:grp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A49623A8-7827-3920-B074-515068294A20}"/>
                </a:ext>
              </a:extLst>
            </p:cNvPr>
            <p:cNvGrpSpPr/>
            <p:nvPr/>
          </p:nvGrpSpPr>
          <p:grpSpPr>
            <a:xfrm>
              <a:off x="2573476" y="3505871"/>
              <a:ext cx="7045048" cy="1846660"/>
              <a:chOff x="2721938" y="1647146"/>
              <a:chExt cx="7045048" cy="1846660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172637F0-8149-EAC0-FD69-F40A5DF02275}"/>
                  </a:ext>
                </a:extLst>
              </p:cNvPr>
              <p:cNvGrpSpPr/>
              <p:nvPr/>
            </p:nvGrpSpPr>
            <p:grpSpPr>
              <a:xfrm>
                <a:off x="2721938" y="1647146"/>
                <a:ext cx="7045048" cy="369332"/>
                <a:chOff x="2721938" y="1647146"/>
                <a:chExt cx="7045048" cy="369332"/>
              </a:xfrm>
            </p:grpSpPr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93E519-D7C5-C542-4979-95B6AD0DFEA5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391DF1B-03F4-6345-305D-519BB7B82720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0038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라운드</a:t>
                  </a:r>
                  <a:endParaRPr kumimoji="1" lang="en-US" altLang="ko-KR" dirty="0"/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E85CA1D-C4BF-C998-D4B9-9DE1EADDF9FD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3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5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7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8</a:t>
                  </a:r>
                  <a:endParaRPr kumimoji="1" lang="ko-KR" altLang="en-US" dirty="0"/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7CB7E23C-00D9-A64C-9783-AD6A2B09705E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8373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와 </a:t>
                  </a:r>
                  <a:r>
                    <a:rPr kumimoji="1" lang="en-US" altLang="ko-KR" dirty="0"/>
                    <a:t>3</a:t>
                  </a:r>
                  <a:r>
                    <a:rPr kumimoji="1" lang="ko-KR" altLang="en-US" dirty="0"/>
                    <a:t> 교환 없음</a:t>
                  </a:r>
                  <a:endParaRPr kumimoji="1" lang="en-US" altLang="ko-KR" dirty="0"/>
                </a:p>
              </p:txBody>
            </p:sp>
          </p:grp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3403C6A6-3498-4BB8-9C93-503533FEED90}"/>
                  </a:ext>
                </a:extLst>
              </p:cNvPr>
              <p:cNvGrpSpPr/>
              <p:nvPr/>
            </p:nvGrpSpPr>
            <p:grpSpPr>
              <a:xfrm>
                <a:off x="2721938" y="2016478"/>
                <a:ext cx="6501630" cy="369332"/>
                <a:chOff x="2721938" y="1647146"/>
                <a:chExt cx="6501630" cy="369332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3C23E96-392D-0263-4894-F80BF1FD05CE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A47B2D1-B8EB-5FE2-6A25-8EAB4EA26B91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3742C82-4624-DB87-942B-39DC1A8123AB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252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3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1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5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7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8</a:t>
                  </a:r>
                  <a:endParaRPr kumimoji="1" lang="ko-KR" altLang="en-US" dirty="0"/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9139FFF2-4B42-8822-2902-F1C8595E3C89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293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과 </a:t>
                  </a:r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 교환</a:t>
                  </a:r>
                  <a:endParaRPr kumimoji="1" lang="en-US" altLang="ko-KR" dirty="0"/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6163ADD8-3E70-40F7-1F16-274FE85918D0}"/>
                  </a:ext>
                </a:extLst>
              </p:cNvPr>
              <p:cNvGrpSpPr/>
              <p:nvPr/>
            </p:nvGrpSpPr>
            <p:grpSpPr>
              <a:xfrm>
                <a:off x="2721938" y="2385810"/>
                <a:ext cx="6501630" cy="369332"/>
                <a:chOff x="2721938" y="1647146"/>
                <a:chExt cx="6501630" cy="369332"/>
              </a:xfrm>
            </p:grpSpPr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CCDD5C1-4522-B3D2-A7C0-34D45DA783C0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3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D2C7B43-FC28-01EB-90CF-6964DACD705A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C079CCB-97BF-0AB4-80FA-A5273808C2BB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252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3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/>
                    <a:t>1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2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5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7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8</a:t>
                  </a:r>
                  <a:endParaRPr kumimoji="1" lang="ko-KR" altLang="en-US" dirty="0"/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C51AABC-57C2-80A7-C493-A31B0464FB9E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293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와 </a:t>
                  </a:r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 교환</a:t>
                  </a:r>
                  <a:endParaRPr kumimoji="1" lang="en-US" altLang="ko-KR" dirty="0"/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9C354490-7CCF-5D03-3A3C-D23601C4DBDB}"/>
                  </a:ext>
                </a:extLst>
              </p:cNvPr>
              <p:cNvGrpSpPr/>
              <p:nvPr/>
            </p:nvGrpSpPr>
            <p:grpSpPr>
              <a:xfrm>
                <a:off x="2721938" y="2755142"/>
                <a:ext cx="7045048" cy="369332"/>
                <a:chOff x="2721938" y="1647146"/>
                <a:chExt cx="7045048" cy="369332"/>
              </a:xfrm>
            </p:grpSpPr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E950597-B9C8-DF0A-297F-919FB772854D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4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F8AF6A8-CCCB-5E0D-0097-BE18A5626AF9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D7AB6AE-160E-A609-5A17-A1913A4026D1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3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/>
                    <a:t>1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5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7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8</a:t>
                  </a:r>
                  <a:endParaRPr kumimoji="1" lang="ko-KR" altLang="en-US" dirty="0"/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F26530F-E4EE-B35C-23CF-7AECF4D5ED77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8373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8</a:t>
                  </a:r>
                  <a:r>
                    <a:rPr kumimoji="1" lang="ko-KR" altLang="en-US" dirty="0"/>
                    <a:t>과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 교환 없음</a:t>
                  </a:r>
                  <a:endParaRPr kumimoji="1" lang="en-US" altLang="ko-KR" dirty="0"/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1B7D783-B037-4B2F-078C-EB5403D14547}"/>
                  </a:ext>
                </a:extLst>
              </p:cNvPr>
              <p:cNvSpPr txBox="1"/>
              <p:nvPr/>
            </p:nvSpPr>
            <p:spPr>
              <a:xfrm>
                <a:off x="2721938" y="3124474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kumimoji="1" lang="en-US" altLang="ko-KR" dirty="0"/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B50097BE-6AC1-14A5-695C-00C835BC814F}"/>
                </a:ext>
              </a:extLst>
            </p:cNvPr>
            <p:cNvGrpSpPr/>
            <p:nvPr/>
          </p:nvGrpSpPr>
          <p:grpSpPr>
            <a:xfrm>
              <a:off x="2573476" y="4983199"/>
              <a:ext cx="6538500" cy="1846660"/>
              <a:chOff x="2721938" y="1647146"/>
              <a:chExt cx="6538500" cy="1846660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732E7862-53C5-27C1-8E37-4CBBAE9F4A17}"/>
                  </a:ext>
                </a:extLst>
              </p:cNvPr>
              <p:cNvGrpSpPr/>
              <p:nvPr/>
            </p:nvGrpSpPr>
            <p:grpSpPr>
              <a:xfrm>
                <a:off x="2721938" y="1647146"/>
                <a:ext cx="6501630" cy="369332"/>
                <a:chOff x="2721938" y="1647146"/>
                <a:chExt cx="6501630" cy="369332"/>
              </a:xfrm>
            </p:grpSpPr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DA3E4488-6563-7729-B3A7-8E7522EEA7DF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AE15349-A74E-AAA6-E99D-0A3FA8C4BE23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0038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3</a:t>
                  </a:r>
                  <a:r>
                    <a:rPr kumimoji="1" lang="ko-KR" altLang="en-US" dirty="0"/>
                    <a:t>라운드</a:t>
                  </a:r>
                  <a:endParaRPr kumimoji="1" lang="en-US" altLang="ko-KR" dirty="0"/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A579102-684E-BD22-896A-4FDDBBF74A51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1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3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/>
                    <a:t>2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7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8</a:t>
                  </a:r>
                  <a:endParaRPr kumimoji="1" lang="ko-KR" altLang="en-US" dirty="0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8868180D-3907-C432-EB1D-DB310B7B9B65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293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</a:t>
                  </a:r>
                  <a:r>
                    <a:rPr kumimoji="1" lang="ko-KR" altLang="en-US" dirty="0"/>
                    <a:t>과 </a:t>
                  </a:r>
                  <a:r>
                    <a:rPr kumimoji="1" lang="en-US" altLang="ko-KR" dirty="0"/>
                    <a:t>3</a:t>
                  </a:r>
                  <a:r>
                    <a:rPr kumimoji="1" lang="ko-KR" altLang="en-US" dirty="0"/>
                    <a:t> 교환</a:t>
                  </a:r>
                  <a:endParaRPr kumimoji="1" lang="en-US" altLang="ko-KR" dirty="0"/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86934264-5EFD-1B16-4F40-8E03C7C9C4DA}"/>
                  </a:ext>
                </a:extLst>
              </p:cNvPr>
              <p:cNvGrpSpPr/>
              <p:nvPr/>
            </p:nvGrpSpPr>
            <p:grpSpPr>
              <a:xfrm>
                <a:off x="2721938" y="2016478"/>
                <a:ext cx="6538500" cy="646331"/>
                <a:chOff x="2721938" y="1647146"/>
                <a:chExt cx="6538500" cy="646331"/>
              </a:xfrm>
            </p:grpSpPr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2024951A-4D1F-0BA5-03BF-580B94AEB66F}"/>
                    </a:ext>
                  </a:extLst>
                </p:cNvPr>
                <p:cNvSpPr txBox="1"/>
                <p:nvPr/>
              </p:nvSpPr>
              <p:spPr>
                <a:xfrm>
                  <a:off x="3891336" y="1647146"/>
                  <a:ext cx="7729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단계</a:t>
                  </a:r>
                  <a:endParaRPr kumimoji="1" lang="en-US" altLang="ko-KR" dirty="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72B7B85E-6C8B-F365-9405-7BAE34833296}"/>
                    </a:ext>
                  </a:extLst>
                </p:cNvPr>
                <p:cNvSpPr txBox="1"/>
                <p:nvPr/>
              </p:nvSpPr>
              <p:spPr>
                <a:xfrm>
                  <a:off x="2721938" y="1647146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kumimoji="1" lang="en-US" altLang="ko-KR" dirty="0"/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E3F1322C-275D-95D7-BA98-17C865FBB3FF}"/>
                    </a:ext>
                  </a:extLst>
                </p:cNvPr>
                <p:cNvSpPr txBox="1"/>
                <p:nvPr/>
              </p:nvSpPr>
              <p:spPr>
                <a:xfrm>
                  <a:off x="5211571" y="1647146"/>
                  <a:ext cx="2170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1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2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>
                      <a:solidFill>
                        <a:srgbClr val="FF0000"/>
                      </a:solidFill>
                    </a:rPr>
                    <a:t>3</a:t>
                  </a:r>
                  <a:r>
                    <a:rPr kumimoji="1" lang="ko-KR" altLang="en-US" dirty="0">
                      <a:solidFill>
                        <a:srgbClr val="FF0000"/>
                      </a:solidFill>
                    </a:rPr>
                    <a:t>   </a:t>
                  </a:r>
                  <a:r>
                    <a:rPr kumimoji="1" lang="en-US" altLang="ko-KR" dirty="0"/>
                    <a:t>5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7</a:t>
                  </a:r>
                  <a:r>
                    <a:rPr kumimoji="1" lang="ko-KR" altLang="en-US" dirty="0"/>
                    <a:t>   </a:t>
                  </a:r>
                  <a:r>
                    <a:rPr kumimoji="1" lang="en-US" altLang="ko-KR" dirty="0"/>
                    <a:t>8</a:t>
                  </a:r>
                  <a:endParaRPr kumimoji="1" lang="ko-KR" altLang="en-US" dirty="0"/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74F15AF5-DB63-B25F-7CE2-E840BC24C854}"/>
                    </a:ext>
                  </a:extLst>
                </p:cNvPr>
                <p:cNvSpPr txBox="1"/>
                <p:nvPr/>
              </p:nvSpPr>
              <p:spPr>
                <a:xfrm>
                  <a:off x="7929624" y="1647146"/>
                  <a:ext cx="133081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dirty="0"/>
                    <a:t>2</a:t>
                  </a:r>
                  <a:r>
                    <a:rPr kumimoji="1" lang="ko-KR" altLang="en-US" dirty="0"/>
                    <a:t>와 </a:t>
                  </a:r>
                  <a:r>
                    <a:rPr kumimoji="1" lang="en-US" altLang="ko-KR" dirty="0"/>
                    <a:t>3</a:t>
                  </a:r>
                  <a:r>
                    <a:rPr kumimoji="1" lang="ko-KR" altLang="en-US" dirty="0"/>
                    <a:t> 교환</a:t>
                  </a:r>
                  <a:endParaRPr kumimoji="1" lang="en-US" altLang="ko-KR" dirty="0"/>
                </a:p>
                <a:p>
                  <a:r>
                    <a:rPr kumimoji="1" lang="en-US" altLang="ko-KR" dirty="0"/>
                    <a:t>(</a:t>
                  </a:r>
                  <a:r>
                    <a:rPr kumimoji="1" lang="ko-KR" altLang="en-US" dirty="0"/>
                    <a:t>정렬 완료</a:t>
                  </a:r>
                  <a:r>
                    <a:rPr kumimoji="1" lang="en-US" altLang="ko-KR" dirty="0"/>
                    <a:t>)</a:t>
                  </a:r>
                </a:p>
              </p:txBody>
            </p:sp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01039E2-FDC8-861B-E3E7-63DA4FD0854A}"/>
                  </a:ext>
                </a:extLst>
              </p:cNvPr>
              <p:cNvSpPr txBox="1"/>
              <p:nvPr/>
            </p:nvSpPr>
            <p:spPr>
              <a:xfrm>
                <a:off x="2721938" y="2385810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kumimoji="1" lang="en-US" altLang="ko-KR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70CA7DD-FFF3-DD75-5249-B2B89BC8196A}"/>
                  </a:ext>
                </a:extLst>
              </p:cNvPr>
              <p:cNvSpPr txBox="1"/>
              <p:nvPr/>
            </p:nvSpPr>
            <p:spPr>
              <a:xfrm>
                <a:off x="2721938" y="2755142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kumimoji="1" lang="en-US" altLang="ko-KR" dirty="0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5E6201E-A968-9E86-FB25-5EC03CECA5B4}"/>
                  </a:ext>
                </a:extLst>
              </p:cNvPr>
              <p:cNvSpPr txBox="1"/>
              <p:nvPr/>
            </p:nvSpPr>
            <p:spPr>
              <a:xfrm>
                <a:off x="2721938" y="3124474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kumimoji="1" lang="en-US" altLang="ko-K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4781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166</Words>
  <Application>Microsoft Macintosh PowerPoint</Application>
  <PresentationFormat>와이드스크린</PresentationFormat>
  <Paragraphs>41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1</cp:revision>
  <dcterms:created xsi:type="dcterms:W3CDTF">2026-08-20T08:17:01Z</dcterms:created>
  <dcterms:modified xsi:type="dcterms:W3CDTF">2026-08-20T08:29:17Z</dcterms:modified>
</cp:coreProperties>
</file>