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91"/>
    <p:restoredTop sz="94658"/>
  </p:normalViewPr>
  <p:slideViewPr>
    <p:cSldViewPr snapToGrid="0">
      <p:cViewPr varScale="1">
        <p:scale>
          <a:sx n="120" d="100"/>
          <a:sy n="120" d="100"/>
        </p:scale>
        <p:origin x="4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BC078B-C4F8-9BB8-B269-18CFD8FB7C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C98BE0D-1D88-7367-3BD6-8DC5BD7B93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9B17B7-2A51-A69D-28B4-1810D81E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C9E80-7DD4-2543-9576-62CA85D354EB}" type="datetimeFigureOut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F52957-1E8A-961A-F1A1-913144060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1338D5-596A-44FA-83D2-EAEBC96AD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33C27-2B22-5743-9097-AE1368974C5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21466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C600D0-808E-4583-B550-BF9EBE71A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A84AA0-7AA8-0D3C-E60E-0A01E1A51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11D20E-6F98-945B-7239-DC7141DDB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C9E80-7DD4-2543-9576-62CA85D354EB}" type="datetimeFigureOut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EC4EAA-595F-8130-1D60-3C718D857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2BD231-29C1-E0FA-A73D-8F6164625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33C27-2B22-5743-9097-AE1368974C5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8577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53A20-37F7-E27B-3500-3BEFCA496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56DB69-8AEB-0E2F-ABD3-F6554BC8F5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FDE13D-573A-B4BF-3E4A-3892B0C6F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C9E80-7DD4-2543-9576-62CA85D354EB}" type="datetimeFigureOut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3CCBE1-5AAD-BB9F-61F4-E2036A415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C0614A-1470-093F-217E-EF5A9FC0F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33C27-2B22-5743-9097-AE1368974C5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10759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AF3DC6-07E5-F95D-91D1-0D81FF225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102700-0D48-0A1A-864D-239B1B59BC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3690709-BBD0-F89E-2824-3D7809540E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F1644D9-8332-B000-FDD9-8DB398215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C9E80-7DD4-2543-9576-62CA85D354EB}" type="datetimeFigureOut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A98243-D38A-746C-2BD8-A761D3AD8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97BEE64-495F-0FE5-4767-7651F3214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33C27-2B22-5743-9097-AE1368974C5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46639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F8FAEB-1362-9FDC-8CE6-9495AC751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EF3366-6A87-76E2-9D57-5E75A4694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522E45-A8DC-66EC-AE47-C2B345969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1EBFE9E-28A7-78D1-4046-444C0602FB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52FA356-F21F-2EDB-A4EA-C12DEC2078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0FB43EF-33E1-4DA7-779F-4A889E4E2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C9E80-7DD4-2543-9576-62CA85D354EB}" type="datetimeFigureOut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A8EB576-24F8-D079-8684-8793A5852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FC1D777-7897-99D5-86B5-DC5B4F9ED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33C27-2B22-5743-9097-AE1368974C5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93499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0E3269-E3AF-C205-BD4A-44D2C8C7C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892619C-A7B0-E653-A0CB-21EC4E2A9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C9E80-7DD4-2543-9576-62CA85D354EB}" type="datetimeFigureOut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EFA980D-726C-FD36-DFB1-E20E68300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68680B3-FDEA-D057-660E-D7574EC7F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33C27-2B22-5743-9097-AE1368974C5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57629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D581CA8-1A3A-7902-12A0-5FFAC4267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C9E80-7DD4-2543-9576-62CA85D354EB}" type="datetimeFigureOut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69DFE00-2884-0A53-ABED-6FF87E2E6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51F0DE-4B91-21C3-BDBF-5EA07C25E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33C27-2B22-5743-9097-AE1368974C5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06465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2BFB07-9776-A71B-F4D1-E79509B95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21488E-7889-8ED9-5DAE-E5BB4C6D0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27B2753-974B-0CB0-5103-37DE92696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6DAE86-0BC2-99F8-F4F4-F1791C60F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C9E80-7DD4-2543-9576-62CA85D354EB}" type="datetimeFigureOut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D916623-96C3-DCA3-B8B5-A1151F2FD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597E0B-EE28-44A4-EB1B-62519BC50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33C27-2B22-5743-9097-AE1368974C5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36575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1F74B4-E718-ECB5-EA24-4B7BB3C14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B650555-83AB-060A-8110-C9C25598CF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2AA9817-FC4C-173B-00AC-6A2E33593E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4ACE14-4657-740C-75F0-435D31369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C9E80-7DD4-2543-9576-62CA85D354EB}" type="datetimeFigureOut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8C9CFDC-370B-96EE-D4E5-D3698E97B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E9F4901-15D7-E5AF-FB4A-8EBF5661D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33C27-2B22-5743-9097-AE1368974C5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22378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406707-4565-BD41-FF1E-3838AD99E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5A16BD3-BAE2-A8E8-5C15-D9884EC958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EADEAF-8AC6-CDCA-F44A-AFA995C8B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C9E80-7DD4-2543-9576-62CA85D354EB}" type="datetimeFigureOut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099BE0-5434-8548-9067-D02FD907D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5A4076-4ED2-9D00-98B6-B7BAB4A5A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33C27-2B22-5743-9097-AE1368974C5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43432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A57E52F-BD0F-8683-9CDE-07D3ABA68A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C905471-251A-134E-237F-B3F6074018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711B73-EE2A-5002-0983-13D2F9EEB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C9E80-7DD4-2543-9576-62CA85D354EB}" type="datetimeFigureOut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EC307D-C88F-89F4-3D9E-2D7DEF723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5CAD05-AD27-C369-B756-6989817CA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33C27-2B22-5743-9097-AE1368974C5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12043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FFA5E79-29ED-1F24-C73B-53ED6DAA8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B0EBCB-44E4-45D6-67B8-71EBDD9AE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3DAA2A-415E-DD88-5613-23E52C17EC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DC9E80-7DD4-2543-9576-62CA85D354EB}" type="datetimeFigureOut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5A4619-9902-8F42-A294-E43B667B64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7DF5EF-E9BA-F491-963A-148ADB1A58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A33C27-2B22-5743-9097-AE1368974C5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38477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06865A-2F78-E482-44A9-F0FEF417D245}"/>
              </a:ext>
            </a:extLst>
          </p:cNvPr>
          <p:cNvSpPr txBox="1"/>
          <p:nvPr/>
        </p:nvSpPr>
        <p:spPr>
          <a:xfrm>
            <a:off x="211016" y="14067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 err="1"/>
              <a:t>쉘정렬연습문제</a:t>
            </a:r>
            <a:endParaRPr kumimoji="1"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C8F078-E39D-6410-902D-51A079167BA4}"/>
              </a:ext>
            </a:extLst>
          </p:cNvPr>
          <p:cNvSpPr txBox="1"/>
          <p:nvPr/>
        </p:nvSpPr>
        <p:spPr>
          <a:xfrm>
            <a:off x="211016" y="510010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3,</a:t>
            </a:r>
            <a:r>
              <a:rPr kumimoji="1" lang="ko-KR" altLang="en-US" dirty="0"/>
              <a:t> </a:t>
            </a:r>
            <a:r>
              <a:rPr kumimoji="1" lang="en-US" altLang="ko-KR" dirty="0"/>
              <a:t>14,</a:t>
            </a:r>
            <a:r>
              <a:rPr kumimoji="1" lang="ko-KR" altLang="en-US" dirty="0"/>
              <a:t> </a:t>
            </a:r>
            <a:r>
              <a:rPr kumimoji="1" lang="en-US" altLang="ko-KR" dirty="0"/>
              <a:t>12,</a:t>
            </a:r>
            <a:r>
              <a:rPr kumimoji="1" lang="ko-KR" altLang="en-US" dirty="0"/>
              <a:t> </a:t>
            </a:r>
            <a:r>
              <a:rPr kumimoji="1" lang="en-US" altLang="ko-KR" dirty="0"/>
              <a:t>4,</a:t>
            </a:r>
            <a:r>
              <a:rPr kumimoji="1" lang="ko-KR" altLang="en-US" dirty="0"/>
              <a:t> </a:t>
            </a:r>
            <a:r>
              <a:rPr kumimoji="1" lang="en-US" altLang="ko-KR" dirty="0"/>
              <a:t>10,</a:t>
            </a:r>
            <a:r>
              <a:rPr kumimoji="1" lang="ko-KR" altLang="en-US" dirty="0"/>
              <a:t> </a:t>
            </a:r>
            <a:r>
              <a:rPr kumimoji="1" lang="en-US" altLang="ko-KR" dirty="0"/>
              <a:t>13,</a:t>
            </a:r>
            <a:r>
              <a:rPr kumimoji="1" lang="ko-KR" altLang="en-US" dirty="0"/>
              <a:t> </a:t>
            </a:r>
            <a:r>
              <a:rPr kumimoji="1" lang="en-US" altLang="ko-KR" dirty="0"/>
              <a:t>1,</a:t>
            </a:r>
            <a:r>
              <a:rPr kumimoji="1" lang="ko-KR" altLang="en-US" dirty="0"/>
              <a:t> </a:t>
            </a:r>
            <a:r>
              <a:rPr kumimoji="1" lang="en-US" altLang="ko-KR" dirty="0"/>
              <a:t>5,</a:t>
            </a:r>
            <a:r>
              <a:rPr kumimoji="1" lang="ko-KR" altLang="en-US" dirty="0"/>
              <a:t> </a:t>
            </a:r>
            <a:r>
              <a:rPr kumimoji="1" lang="en-US" altLang="ko-KR" dirty="0"/>
              <a:t>2,</a:t>
            </a:r>
            <a:r>
              <a:rPr kumimoji="1" lang="ko-KR" altLang="en-US" dirty="0"/>
              <a:t> </a:t>
            </a:r>
            <a:r>
              <a:rPr kumimoji="1" lang="en-US" altLang="ko-KR" dirty="0"/>
              <a:t>7,</a:t>
            </a:r>
            <a:r>
              <a:rPr kumimoji="1" lang="ko-KR" altLang="en-US" dirty="0"/>
              <a:t> </a:t>
            </a:r>
            <a:r>
              <a:rPr kumimoji="1" lang="en-US" altLang="ko-KR" dirty="0"/>
              <a:t>9,</a:t>
            </a:r>
            <a:r>
              <a:rPr kumimoji="1" lang="ko-KR" altLang="en-US" dirty="0"/>
              <a:t> </a:t>
            </a:r>
            <a:r>
              <a:rPr kumimoji="1" lang="en-US" altLang="ko-KR" dirty="0"/>
              <a:t>6,</a:t>
            </a:r>
            <a:r>
              <a:rPr kumimoji="1" lang="ko-KR" altLang="en-US" dirty="0"/>
              <a:t> </a:t>
            </a:r>
            <a:r>
              <a:rPr kumimoji="1" lang="en-US" altLang="ko-KR" dirty="0"/>
              <a:t>8,</a:t>
            </a:r>
            <a:r>
              <a:rPr kumimoji="1" lang="ko-KR" altLang="en-US" dirty="0"/>
              <a:t> </a:t>
            </a:r>
            <a:r>
              <a:rPr kumimoji="1" lang="en-US" altLang="ko-KR" dirty="0"/>
              <a:t>11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4C3DF9-F7DA-28DE-ECA4-183B12AD92F7}"/>
              </a:ext>
            </a:extLst>
          </p:cNvPr>
          <p:cNvSpPr txBox="1"/>
          <p:nvPr/>
        </p:nvSpPr>
        <p:spPr>
          <a:xfrm>
            <a:off x="3126391" y="1600366"/>
            <a:ext cx="1107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초기상태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8F9FA4-CF9C-B550-61E4-6652F84FB576}"/>
              </a:ext>
            </a:extLst>
          </p:cNvPr>
          <p:cNvSpPr txBox="1"/>
          <p:nvPr/>
        </p:nvSpPr>
        <p:spPr>
          <a:xfrm>
            <a:off x="4496486" y="1600366"/>
            <a:ext cx="4716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3</a:t>
            </a:r>
            <a:r>
              <a:rPr kumimoji="1" lang="ko-KR" altLang="en-US" dirty="0"/>
              <a:t>  </a:t>
            </a:r>
            <a:r>
              <a:rPr kumimoji="1" lang="en-US" altLang="ko-KR" dirty="0"/>
              <a:t>14</a:t>
            </a:r>
            <a:r>
              <a:rPr kumimoji="1" lang="ko-KR" altLang="en-US" dirty="0"/>
              <a:t>  </a:t>
            </a:r>
            <a:r>
              <a:rPr kumimoji="1" lang="en-US" altLang="ko-KR" dirty="0"/>
              <a:t>12</a:t>
            </a:r>
            <a:r>
              <a:rPr kumimoji="1" lang="ko-KR" altLang="en-US" dirty="0"/>
              <a:t>  </a:t>
            </a:r>
            <a:r>
              <a:rPr kumimoji="1" lang="en-US" altLang="ko-KR" dirty="0"/>
              <a:t>4</a:t>
            </a:r>
            <a:r>
              <a:rPr kumimoji="1" lang="ko-KR" altLang="en-US" dirty="0"/>
              <a:t>  </a:t>
            </a:r>
            <a:r>
              <a:rPr kumimoji="1" lang="en-US" altLang="ko-KR" dirty="0"/>
              <a:t>10</a:t>
            </a:r>
            <a:r>
              <a:rPr kumimoji="1" lang="ko-KR" altLang="en-US" dirty="0"/>
              <a:t>  </a:t>
            </a:r>
            <a:r>
              <a:rPr kumimoji="1" lang="en-US" altLang="ko-KR" dirty="0"/>
              <a:t>13</a:t>
            </a:r>
            <a:r>
              <a:rPr kumimoji="1" lang="ko-KR" altLang="en-US" dirty="0"/>
              <a:t>  </a:t>
            </a:r>
            <a:r>
              <a:rPr kumimoji="1" lang="en-US" altLang="ko-KR" dirty="0"/>
              <a:t>1</a:t>
            </a:r>
            <a:r>
              <a:rPr kumimoji="1" lang="ko-KR" altLang="en-US" dirty="0"/>
              <a:t>  </a:t>
            </a:r>
            <a:r>
              <a:rPr kumimoji="1" lang="en-US" altLang="ko-KR" dirty="0"/>
              <a:t>5</a:t>
            </a:r>
            <a:r>
              <a:rPr kumimoji="1" lang="ko-KR" altLang="en-US" dirty="0"/>
              <a:t>  </a:t>
            </a:r>
            <a:r>
              <a:rPr kumimoji="1" lang="en-US" altLang="ko-KR" dirty="0"/>
              <a:t>2</a:t>
            </a:r>
            <a:r>
              <a:rPr kumimoji="1" lang="ko-KR" altLang="en-US" dirty="0"/>
              <a:t>  </a:t>
            </a:r>
            <a:r>
              <a:rPr kumimoji="1" lang="en-US" altLang="ko-KR" dirty="0"/>
              <a:t>7</a:t>
            </a:r>
            <a:r>
              <a:rPr kumimoji="1" lang="ko-KR" altLang="en-US" dirty="0"/>
              <a:t>  </a:t>
            </a:r>
            <a:r>
              <a:rPr kumimoji="1" lang="en-US" altLang="ko-KR" dirty="0"/>
              <a:t>9</a:t>
            </a:r>
            <a:r>
              <a:rPr kumimoji="1" lang="ko-KR" altLang="en-US" dirty="0"/>
              <a:t>  </a:t>
            </a:r>
            <a:r>
              <a:rPr kumimoji="1" lang="en-US" altLang="ko-KR" dirty="0"/>
              <a:t>6</a:t>
            </a:r>
            <a:r>
              <a:rPr kumimoji="1" lang="ko-KR" altLang="en-US" dirty="0"/>
              <a:t>  </a:t>
            </a:r>
            <a:r>
              <a:rPr kumimoji="1" lang="en-US" altLang="ko-KR" dirty="0"/>
              <a:t>8</a:t>
            </a:r>
            <a:r>
              <a:rPr kumimoji="1" lang="ko-KR" altLang="en-US" dirty="0"/>
              <a:t>  </a:t>
            </a:r>
            <a:r>
              <a:rPr kumimoji="1" lang="en-US" altLang="ko-KR" dirty="0"/>
              <a:t>11</a:t>
            </a:r>
            <a:endParaRPr kumimoji="1" lang="ko-KR" alt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6DDF82D8-B3F5-7040-D27E-9A1667DE19EE}"/>
              </a:ext>
            </a:extLst>
          </p:cNvPr>
          <p:cNvGrpSpPr/>
          <p:nvPr/>
        </p:nvGrpSpPr>
        <p:grpSpPr>
          <a:xfrm>
            <a:off x="3126391" y="2339030"/>
            <a:ext cx="6001491" cy="1203560"/>
            <a:chOff x="3126391" y="2339030"/>
            <a:chExt cx="6001491" cy="120356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EA102D6-E21D-22E5-EA3E-86BD01BA252E}"/>
                </a:ext>
              </a:extLst>
            </p:cNvPr>
            <p:cNvSpPr txBox="1"/>
            <p:nvPr/>
          </p:nvSpPr>
          <p:spPr>
            <a:xfrm>
              <a:off x="3126391" y="2339030"/>
              <a:ext cx="13388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dirty="0"/>
                <a:t>간격 </a:t>
              </a:r>
              <a:r>
                <a:rPr kumimoji="1" lang="en-US" altLang="ko-KR" dirty="0"/>
                <a:t>3</a:t>
              </a:r>
            </a:p>
            <a:p>
              <a:r>
                <a:rPr kumimoji="1" lang="ko-KR" altLang="en-US" dirty="0"/>
                <a:t>서브리스트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2715184-31E1-952A-8B59-A0AE68CC09AC}"/>
                </a:ext>
              </a:extLst>
            </p:cNvPr>
            <p:cNvSpPr txBox="1"/>
            <p:nvPr/>
          </p:nvSpPr>
          <p:spPr>
            <a:xfrm>
              <a:off x="4496486" y="2339030"/>
              <a:ext cx="42514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3</a:t>
              </a:r>
              <a:r>
                <a:rPr kumimoji="1" lang="ko-KR" altLang="en-US" dirty="0"/>
                <a:t>            </a:t>
              </a:r>
              <a:r>
                <a:rPr kumimoji="1" lang="en-US" altLang="ko-KR" dirty="0"/>
                <a:t>4</a:t>
              </a:r>
              <a:r>
                <a:rPr kumimoji="1" lang="ko-KR" altLang="en-US" dirty="0"/>
                <a:t>            </a:t>
              </a:r>
              <a:r>
                <a:rPr kumimoji="1" lang="en-US" altLang="ko-KR" dirty="0"/>
                <a:t>1</a:t>
              </a:r>
              <a:r>
                <a:rPr kumimoji="1" lang="ko-KR" altLang="en-US" dirty="0"/>
                <a:t>          </a:t>
              </a:r>
              <a:r>
                <a:rPr kumimoji="1" lang="en-US" altLang="ko-KR" dirty="0"/>
                <a:t>7</a:t>
              </a:r>
              <a:r>
                <a:rPr kumimoji="1" lang="ko-KR" altLang="en-US" dirty="0"/>
                <a:t>        </a:t>
              </a:r>
              <a:r>
                <a:rPr kumimoji="1" lang="en-US" altLang="ko-KR" dirty="0"/>
                <a:t>8</a:t>
              </a:r>
              <a:endParaRPr kumimoji="1" lang="ko-KR" alt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9EE531B-A964-D585-4C1E-3F5CDC612CD1}"/>
                </a:ext>
              </a:extLst>
            </p:cNvPr>
            <p:cNvSpPr txBox="1"/>
            <p:nvPr/>
          </p:nvSpPr>
          <p:spPr>
            <a:xfrm>
              <a:off x="4496486" y="2756144"/>
              <a:ext cx="46313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dirty="0"/>
                <a:t>    </a:t>
              </a:r>
              <a:r>
                <a:rPr kumimoji="1" lang="en-US" altLang="ko-KR" dirty="0"/>
                <a:t>14</a:t>
              </a:r>
              <a:r>
                <a:rPr kumimoji="1" lang="ko-KR" altLang="en-US" dirty="0"/>
                <a:t>           </a:t>
              </a:r>
              <a:r>
                <a:rPr kumimoji="1" lang="en-US" altLang="ko-KR" dirty="0"/>
                <a:t>10</a:t>
              </a:r>
              <a:r>
                <a:rPr kumimoji="1" lang="ko-KR" altLang="en-US" dirty="0"/>
                <a:t>          </a:t>
              </a:r>
              <a:r>
                <a:rPr kumimoji="1" lang="en-US" altLang="ko-KR" dirty="0"/>
                <a:t>5</a:t>
              </a:r>
              <a:r>
                <a:rPr kumimoji="1" lang="ko-KR" altLang="en-US" dirty="0"/>
                <a:t>        </a:t>
              </a:r>
              <a:r>
                <a:rPr kumimoji="1" lang="en-US" altLang="ko-KR" dirty="0"/>
                <a:t>9</a:t>
              </a:r>
              <a:r>
                <a:rPr kumimoji="1" lang="ko-KR" altLang="en-US" dirty="0"/>
                <a:t>         </a:t>
              </a:r>
              <a:r>
                <a:rPr kumimoji="1" lang="en-US" altLang="ko-KR" dirty="0"/>
                <a:t>11</a:t>
              </a:r>
              <a:endParaRPr kumimoji="1"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022F779-B8AD-BEFC-D5AC-0C936997701F}"/>
                </a:ext>
              </a:extLst>
            </p:cNvPr>
            <p:cNvSpPr txBox="1"/>
            <p:nvPr/>
          </p:nvSpPr>
          <p:spPr>
            <a:xfrm>
              <a:off x="4496485" y="3173258"/>
              <a:ext cx="463139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ko-KR" altLang="en-US" sz="1800" dirty="0"/>
                <a:t>         </a:t>
              </a:r>
              <a:r>
                <a:rPr kumimoji="1" lang="en-US" altLang="ko-KR" sz="1800" dirty="0"/>
                <a:t>12</a:t>
              </a:r>
              <a:r>
                <a:rPr kumimoji="1" lang="ko-KR" altLang="en-US" sz="1800" dirty="0"/>
                <a:t>           </a:t>
              </a:r>
              <a:r>
                <a:rPr kumimoji="1" lang="en-US" altLang="ko-KR" sz="1800" dirty="0"/>
                <a:t>13</a:t>
              </a:r>
              <a:r>
                <a:rPr kumimoji="1" lang="ko-KR" altLang="en-US" sz="1800" dirty="0"/>
                <a:t>         </a:t>
              </a:r>
              <a:r>
                <a:rPr kumimoji="1" lang="en-US" altLang="ko-KR" sz="1800" dirty="0"/>
                <a:t>2</a:t>
              </a:r>
              <a:r>
                <a:rPr kumimoji="1" lang="ko-KR" altLang="en-US" sz="1800" dirty="0"/>
                <a:t>        </a:t>
              </a:r>
              <a:r>
                <a:rPr kumimoji="1" lang="en-US" altLang="ko-KR" sz="1800" dirty="0"/>
                <a:t>6</a:t>
              </a:r>
              <a:endParaRPr kumimoji="1" lang="ko-KR" altLang="en-US" sz="1800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4477F97-33A4-6044-5B6B-7CD9531982DC}"/>
              </a:ext>
            </a:extLst>
          </p:cNvPr>
          <p:cNvSpPr txBox="1"/>
          <p:nvPr/>
        </p:nvSpPr>
        <p:spPr>
          <a:xfrm>
            <a:off x="2614238" y="3590372"/>
            <a:ext cx="18822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각 서브리스트에</a:t>
            </a:r>
            <a:endParaRPr kumimoji="1" lang="en-US" altLang="ko-KR" dirty="0"/>
          </a:p>
          <a:p>
            <a:r>
              <a:rPr kumimoji="1" lang="ko-KR" altLang="en-US" dirty="0"/>
              <a:t>삽입 정렬 수행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215B1F-3470-4DD9-82A6-787621D3BBFF}"/>
              </a:ext>
            </a:extLst>
          </p:cNvPr>
          <p:cNvSpPr txBox="1"/>
          <p:nvPr/>
        </p:nvSpPr>
        <p:spPr>
          <a:xfrm>
            <a:off x="4496486" y="3638154"/>
            <a:ext cx="4251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1</a:t>
            </a:r>
            <a:r>
              <a:rPr kumimoji="1" lang="ko-KR" altLang="en-US" dirty="0"/>
              <a:t>            </a:t>
            </a:r>
            <a:r>
              <a:rPr kumimoji="1" lang="en-US" altLang="ko-KR" dirty="0"/>
              <a:t>3</a:t>
            </a:r>
            <a:r>
              <a:rPr kumimoji="1" lang="ko-KR" altLang="en-US" dirty="0"/>
              <a:t>            </a:t>
            </a:r>
            <a:r>
              <a:rPr kumimoji="1" lang="en-US" altLang="ko-KR" dirty="0"/>
              <a:t>4</a:t>
            </a:r>
            <a:r>
              <a:rPr kumimoji="1" lang="ko-KR" altLang="en-US" dirty="0"/>
              <a:t>          </a:t>
            </a:r>
            <a:r>
              <a:rPr kumimoji="1" lang="en-US" altLang="ko-KR" dirty="0"/>
              <a:t>7</a:t>
            </a:r>
            <a:r>
              <a:rPr kumimoji="1" lang="ko-KR" altLang="en-US" dirty="0"/>
              <a:t>        </a:t>
            </a:r>
            <a:r>
              <a:rPr kumimoji="1" lang="en-US" altLang="ko-KR" dirty="0"/>
              <a:t>8</a:t>
            </a:r>
            <a:endParaRPr kumimoji="1"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18A76A-C62E-1705-AA7B-ED879F7066EF}"/>
              </a:ext>
            </a:extLst>
          </p:cNvPr>
          <p:cNvSpPr txBox="1"/>
          <p:nvPr/>
        </p:nvSpPr>
        <p:spPr>
          <a:xfrm>
            <a:off x="4465219" y="4052037"/>
            <a:ext cx="4876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      </a:t>
            </a:r>
            <a:r>
              <a:rPr kumimoji="1" lang="en-US" altLang="ko-KR" dirty="0"/>
              <a:t>5</a:t>
            </a:r>
            <a:r>
              <a:rPr kumimoji="1" lang="ko-KR" altLang="en-US" dirty="0"/>
              <a:t>            </a:t>
            </a:r>
            <a:r>
              <a:rPr kumimoji="1" lang="en-US" altLang="ko-KR" dirty="0"/>
              <a:t>9</a:t>
            </a:r>
            <a:r>
              <a:rPr kumimoji="1" lang="ko-KR" altLang="en-US" dirty="0"/>
              <a:t>          </a:t>
            </a:r>
            <a:r>
              <a:rPr kumimoji="1" lang="en-US" altLang="ko-KR" dirty="0"/>
              <a:t>10</a:t>
            </a:r>
            <a:r>
              <a:rPr kumimoji="1" lang="ko-KR" altLang="en-US" dirty="0"/>
              <a:t>       </a:t>
            </a:r>
            <a:r>
              <a:rPr kumimoji="1" lang="en-US" altLang="ko-KR" dirty="0"/>
              <a:t>11</a:t>
            </a:r>
            <a:r>
              <a:rPr kumimoji="1" lang="ko-KR" altLang="en-US" dirty="0"/>
              <a:t>        </a:t>
            </a:r>
            <a:r>
              <a:rPr kumimoji="1" lang="en-US" altLang="ko-KR" dirty="0"/>
              <a:t>14</a:t>
            </a:r>
            <a:endParaRPr kumimoji="1"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371614-48F1-84C6-07EC-82EBB87E93DA}"/>
              </a:ext>
            </a:extLst>
          </p:cNvPr>
          <p:cNvSpPr txBox="1"/>
          <p:nvPr/>
        </p:nvSpPr>
        <p:spPr>
          <a:xfrm>
            <a:off x="4465219" y="4473386"/>
            <a:ext cx="46313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1800" dirty="0"/>
              <a:t>          </a:t>
            </a:r>
            <a:r>
              <a:rPr kumimoji="1" lang="en-US" altLang="ko-KR" sz="1800" dirty="0"/>
              <a:t>2</a:t>
            </a:r>
            <a:r>
              <a:rPr kumimoji="1" lang="ko-KR" altLang="en-US" sz="1800" dirty="0"/>
              <a:t>            </a:t>
            </a:r>
            <a:r>
              <a:rPr kumimoji="1" lang="en-US" altLang="ko-KR" sz="1800" dirty="0"/>
              <a:t>6</a:t>
            </a:r>
            <a:r>
              <a:rPr kumimoji="1" lang="ko-KR" altLang="en-US" sz="1800" dirty="0"/>
              <a:t>         </a:t>
            </a:r>
            <a:r>
              <a:rPr kumimoji="1" lang="ko-KR" altLang="en-US" dirty="0"/>
              <a:t>  </a:t>
            </a:r>
            <a:r>
              <a:rPr kumimoji="1" lang="en-US" altLang="ko-KR" dirty="0"/>
              <a:t>12</a:t>
            </a:r>
            <a:r>
              <a:rPr kumimoji="1" lang="ko-KR" altLang="en-US" sz="1800" dirty="0"/>
              <a:t>       </a:t>
            </a:r>
            <a:r>
              <a:rPr kumimoji="1" lang="en-US" altLang="ko-KR" dirty="0"/>
              <a:t>13</a:t>
            </a:r>
            <a:endParaRPr kumimoji="1" lang="ko-KR" altLang="en-US" sz="1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3AEA31-118A-7D28-1477-50322A17B2C4}"/>
              </a:ext>
            </a:extLst>
          </p:cNvPr>
          <p:cNvSpPr txBox="1"/>
          <p:nvPr/>
        </p:nvSpPr>
        <p:spPr>
          <a:xfrm>
            <a:off x="2011509" y="4934047"/>
            <a:ext cx="2484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간격 </a:t>
            </a:r>
            <a:r>
              <a:rPr kumimoji="1" lang="en-US" altLang="ko-KR" dirty="0"/>
              <a:t>3</a:t>
            </a:r>
            <a:r>
              <a:rPr kumimoji="1" lang="ko-KR" altLang="en-US" dirty="0"/>
              <a:t>일 때 정렬 결과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C33468-D4C7-C556-EB44-CA6C64EDF8C1}"/>
              </a:ext>
            </a:extLst>
          </p:cNvPr>
          <p:cNvSpPr txBox="1"/>
          <p:nvPr/>
        </p:nvSpPr>
        <p:spPr>
          <a:xfrm>
            <a:off x="4496486" y="4894735"/>
            <a:ext cx="4716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1</a:t>
            </a:r>
            <a:r>
              <a:rPr kumimoji="1" lang="ko-KR" altLang="en-US" dirty="0"/>
              <a:t>  </a:t>
            </a:r>
            <a:r>
              <a:rPr kumimoji="1" lang="en-US" altLang="ko-KR" dirty="0"/>
              <a:t>5</a:t>
            </a:r>
            <a:r>
              <a:rPr kumimoji="1" lang="ko-KR" altLang="en-US" dirty="0"/>
              <a:t>  </a:t>
            </a:r>
            <a:r>
              <a:rPr kumimoji="1" lang="en-US" altLang="ko-KR" dirty="0"/>
              <a:t>2</a:t>
            </a:r>
            <a:r>
              <a:rPr kumimoji="1" lang="ko-KR" altLang="en-US" dirty="0"/>
              <a:t>  </a:t>
            </a:r>
            <a:r>
              <a:rPr kumimoji="1" lang="en-US" altLang="ko-KR" dirty="0"/>
              <a:t>3</a:t>
            </a:r>
            <a:r>
              <a:rPr kumimoji="1" lang="ko-KR" altLang="en-US" dirty="0"/>
              <a:t>  </a:t>
            </a:r>
            <a:r>
              <a:rPr kumimoji="1" lang="en-US" altLang="ko-KR" dirty="0"/>
              <a:t>9</a:t>
            </a:r>
            <a:r>
              <a:rPr kumimoji="1" lang="ko-KR" altLang="en-US" dirty="0"/>
              <a:t>  </a:t>
            </a:r>
            <a:r>
              <a:rPr kumimoji="1" lang="en-US" altLang="ko-KR" dirty="0"/>
              <a:t>6</a:t>
            </a:r>
            <a:r>
              <a:rPr kumimoji="1" lang="ko-KR" altLang="en-US" dirty="0"/>
              <a:t>  </a:t>
            </a:r>
            <a:r>
              <a:rPr kumimoji="1" lang="en-US" altLang="ko-KR" dirty="0"/>
              <a:t>4</a:t>
            </a:r>
            <a:r>
              <a:rPr kumimoji="1" lang="ko-KR" altLang="en-US" dirty="0"/>
              <a:t>  </a:t>
            </a:r>
            <a:r>
              <a:rPr kumimoji="1" lang="en-US" altLang="ko-KR" dirty="0"/>
              <a:t>10</a:t>
            </a:r>
            <a:r>
              <a:rPr kumimoji="1" lang="ko-KR" altLang="en-US" dirty="0"/>
              <a:t>  </a:t>
            </a:r>
            <a:r>
              <a:rPr kumimoji="1" lang="en-US" altLang="ko-KR" dirty="0"/>
              <a:t>12</a:t>
            </a:r>
            <a:r>
              <a:rPr kumimoji="1" lang="ko-KR" altLang="en-US" dirty="0"/>
              <a:t>  </a:t>
            </a:r>
            <a:r>
              <a:rPr kumimoji="1" lang="en-US" altLang="ko-KR" dirty="0"/>
              <a:t>7</a:t>
            </a:r>
            <a:r>
              <a:rPr kumimoji="1" lang="ko-KR" altLang="en-US" dirty="0"/>
              <a:t>  </a:t>
            </a:r>
            <a:r>
              <a:rPr kumimoji="1" lang="en-US" altLang="ko-KR" dirty="0"/>
              <a:t>11</a:t>
            </a:r>
            <a:r>
              <a:rPr kumimoji="1" lang="ko-KR" altLang="en-US" dirty="0"/>
              <a:t>  </a:t>
            </a:r>
            <a:r>
              <a:rPr kumimoji="1" lang="en-US" altLang="ko-KR" dirty="0"/>
              <a:t>13</a:t>
            </a:r>
            <a:r>
              <a:rPr kumimoji="1" lang="ko-KR" altLang="en-US" dirty="0"/>
              <a:t>  </a:t>
            </a:r>
            <a:r>
              <a:rPr kumimoji="1" lang="en-US" altLang="ko-KR" dirty="0"/>
              <a:t>8</a:t>
            </a:r>
            <a:r>
              <a:rPr kumimoji="1" lang="ko-KR" altLang="en-US" dirty="0"/>
              <a:t>  </a:t>
            </a:r>
            <a:r>
              <a:rPr kumimoji="1" lang="en-US" altLang="ko-KR" dirty="0"/>
              <a:t>14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22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E15676-BBA6-559B-A737-14818FC1C1E2}"/>
              </a:ext>
            </a:extLst>
          </p:cNvPr>
          <p:cNvSpPr txBox="1"/>
          <p:nvPr/>
        </p:nvSpPr>
        <p:spPr>
          <a:xfrm>
            <a:off x="281354" y="267286"/>
            <a:ext cx="2172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간격 </a:t>
            </a:r>
            <a:r>
              <a:rPr kumimoji="1" lang="en-US" altLang="ko-KR" dirty="0"/>
              <a:t>1</a:t>
            </a:r>
            <a:r>
              <a:rPr kumimoji="1" lang="ko-KR" altLang="en-US" dirty="0"/>
              <a:t>로 전체 정렬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03E154E7-4747-1320-4604-964DBD0611F0}"/>
              </a:ext>
            </a:extLst>
          </p:cNvPr>
          <p:cNvGrpSpPr/>
          <p:nvPr/>
        </p:nvGrpSpPr>
        <p:grpSpPr>
          <a:xfrm>
            <a:off x="1859423" y="940751"/>
            <a:ext cx="8318301" cy="5191634"/>
            <a:chOff x="1859423" y="940751"/>
            <a:chExt cx="8318301" cy="519163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35346A1-823D-06DB-2D01-4518EE077B45}"/>
                </a:ext>
              </a:extLst>
            </p:cNvPr>
            <p:cNvSpPr txBox="1"/>
            <p:nvPr/>
          </p:nvSpPr>
          <p:spPr>
            <a:xfrm>
              <a:off x="3049172" y="940751"/>
              <a:ext cx="471619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ko-KR" sz="1800" dirty="0"/>
                <a:t>1</a:t>
              </a:r>
              <a:r>
                <a:rPr kumimoji="1" lang="ko-KR" altLang="en-US" sz="1800" dirty="0"/>
                <a:t>  </a:t>
              </a:r>
              <a:r>
                <a:rPr kumimoji="1" lang="en-US" altLang="ko-KR" sz="1800" dirty="0"/>
                <a:t>5</a:t>
              </a:r>
              <a:r>
                <a:rPr kumimoji="1" lang="ko-KR" altLang="en-US" sz="1800" dirty="0"/>
                <a:t>  </a:t>
              </a:r>
              <a:r>
                <a:rPr kumimoji="1" lang="en-US" altLang="ko-KR" sz="1800" dirty="0"/>
                <a:t>2</a:t>
              </a:r>
              <a:r>
                <a:rPr kumimoji="1" lang="ko-KR" altLang="en-US" sz="1800" dirty="0"/>
                <a:t>  </a:t>
              </a:r>
              <a:r>
                <a:rPr kumimoji="1" lang="en-US" altLang="ko-KR" sz="1800" dirty="0"/>
                <a:t>3</a:t>
              </a:r>
              <a:r>
                <a:rPr kumimoji="1" lang="ko-KR" altLang="en-US" sz="1800" dirty="0"/>
                <a:t>  </a:t>
              </a:r>
              <a:r>
                <a:rPr kumimoji="1" lang="en-US" altLang="ko-KR" sz="1800" dirty="0"/>
                <a:t>9</a:t>
              </a:r>
              <a:r>
                <a:rPr kumimoji="1" lang="ko-KR" altLang="en-US" sz="1800" dirty="0"/>
                <a:t>  </a:t>
              </a:r>
              <a:r>
                <a:rPr kumimoji="1" lang="en-US" altLang="ko-KR" sz="1800" dirty="0"/>
                <a:t>6</a:t>
              </a:r>
              <a:r>
                <a:rPr kumimoji="1" lang="ko-KR" altLang="en-US" sz="1800" dirty="0"/>
                <a:t>  </a:t>
              </a:r>
              <a:r>
                <a:rPr kumimoji="1" lang="en-US" altLang="ko-KR" sz="1800" dirty="0"/>
                <a:t>4</a:t>
              </a:r>
              <a:r>
                <a:rPr kumimoji="1" lang="ko-KR" altLang="en-US" sz="1800" dirty="0"/>
                <a:t>  </a:t>
              </a:r>
              <a:r>
                <a:rPr kumimoji="1" lang="en-US" altLang="ko-KR" sz="1800" dirty="0"/>
                <a:t>10</a:t>
              </a:r>
              <a:r>
                <a:rPr kumimoji="1" lang="ko-KR" altLang="en-US" sz="1800" dirty="0"/>
                <a:t>  </a:t>
              </a:r>
              <a:r>
                <a:rPr kumimoji="1" lang="en-US" altLang="ko-KR" sz="1800" dirty="0"/>
                <a:t>12</a:t>
              </a:r>
              <a:r>
                <a:rPr kumimoji="1" lang="ko-KR" altLang="en-US" sz="1800" dirty="0"/>
                <a:t>  </a:t>
              </a:r>
              <a:r>
                <a:rPr kumimoji="1" lang="en-US" altLang="ko-KR" sz="1800" dirty="0"/>
                <a:t>7</a:t>
              </a:r>
              <a:r>
                <a:rPr kumimoji="1" lang="ko-KR" altLang="en-US" sz="1800" dirty="0"/>
                <a:t>  </a:t>
              </a:r>
              <a:r>
                <a:rPr kumimoji="1" lang="en-US" altLang="ko-KR" sz="1800" dirty="0"/>
                <a:t>11</a:t>
              </a:r>
              <a:r>
                <a:rPr kumimoji="1" lang="ko-KR" altLang="en-US" sz="1800" dirty="0"/>
                <a:t>  </a:t>
              </a:r>
              <a:r>
                <a:rPr kumimoji="1" lang="en-US" altLang="ko-KR" sz="1800" dirty="0"/>
                <a:t>13</a:t>
              </a:r>
              <a:r>
                <a:rPr kumimoji="1" lang="ko-KR" altLang="en-US" sz="1800" dirty="0"/>
                <a:t>  </a:t>
              </a:r>
              <a:r>
                <a:rPr kumimoji="1" lang="en-US" altLang="ko-KR" sz="1800" dirty="0"/>
                <a:t>8</a:t>
              </a:r>
              <a:r>
                <a:rPr kumimoji="1" lang="ko-KR" altLang="en-US" sz="1800" dirty="0"/>
                <a:t>  </a:t>
              </a:r>
              <a:r>
                <a:rPr kumimoji="1" lang="en-US" altLang="ko-KR" sz="1800" dirty="0"/>
                <a:t>14</a:t>
              </a:r>
              <a:endParaRPr kumimoji="1" lang="ko-KR" altLang="en-US" sz="1800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F9C4FBD-7C7D-0D8C-968A-711161065B9D}"/>
                </a:ext>
              </a:extLst>
            </p:cNvPr>
            <p:cNvSpPr txBox="1"/>
            <p:nvPr/>
          </p:nvSpPr>
          <p:spPr>
            <a:xfrm>
              <a:off x="1859423" y="940751"/>
              <a:ext cx="11897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dirty="0"/>
                <a:t>초기 상태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08080CF-4944-742B-348F-08D66DAB6B0E}"/>
                </a:ext>
              </a:extLst>
            </p:cNvPr>
            <p:cNvSpPr txBox="1"/>
            <p:nvPr/>
          </p:nvSpPr>
          <p:spPr>
            <a:xfrm>
              <a:off x="2276203" y="1422624"/>
              <a:ext cx="7729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1</a:t>
              </a:r>
              <a:r>
                <a:rPr kumimoji="1" lang="ko-KR" altLang="en-US" dirty="0"/>
                <a:t>단계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953F998-3B86-9F5D-9BD8-1B7B8F57A1BE}"/>
                </a:ext>
              </a:extLst>
            </p:cNvPr>
            <p:cNvSpPr txBox="1"/>
            <p:nvPr/>
          </p:nvSpPr>
          <p:spPr>
            <a:xfrm>
              <a:off x="3049172" y="1422624"/>
              <a:ext cx="47163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1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highlight>
                    <a:srgbClr val="00FF00"/>
                  </a:highlight>
                </a:rPr>
                <a:t>5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2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3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9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6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4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10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12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7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11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13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8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14</a:t>
              </a:r>
              <a:endParaRPr kumimoji="1" lang="ko-KR" alt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3A678EC-8C53-99F4-F2BB-DC6D858FDFA6}"/>
                </a:ext>
              </a:extLst>
            </p:cNvPr>
            <p:cNvSpPr txBox="1"/>
            <p:nvPr/>
          </p:nvSpPr>
          <p:spPr>
            <a:xfrm>
              <a:off x="7765367" y="1422624"/>
              <a:ext cx="17844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dirty="0"/>
                <a:t>이동</a:t>
              </a:r>
              <a:r>
                <a:rPr kumimoji="1" lang="en-US" altLang="ko-KR" dirty="0"/>
                <a:t>,</a:t>
              </a:r>
              <a:r>
                <a:rPr kumimoji="1" lang="ko-KR" altLang="en-US" dirty="0"/>
                <a:t> 삽입 없음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C0DD6B6-4325-CE42-2D5F-8B3ACF4707A1}"/>
                </a:ext>
              </a:extLst>
            </p:cNvPr>
            <p:cNvSpPr txBox="1"/>
            <p:nvPr/>
          </p:nvSpPr>
          <p:spPr>
            <a:xfrm>
              <a:off x="2276203" y="1904497"/>
              <a:ext cx="7729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2</a:t>
              </a:r>
              <a:r>
                <a:rPr kumimoji="1" lang="ko-KR" altLang="en-US" dirty="0"/>
                <a:t>단계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78A88F9-2979-4C7D-39D1-AD595B1B698D}"/>
                </a:ext>
              </a:extLst>
            </p:cNvPr>
            <p:cNvSpPr txBox="1"/>
            <p:nvPr/>
          </p:nvSpPr>
          <p:spPr>
            <a:xfrm>
              <a:off x="3049172" y="1904497"/>
              <a:ext cx="47163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1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5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highlight>
                    <a:srgbClr val="00FF00"/>
                  </a:highlight>
                </a:rPr>
                <a:t>2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3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9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6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4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10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12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7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11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13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8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14</a:t>
              </a:r>
              <a:endParaRPr kumimoji="1" lang="ko-KR" alt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31CA42E-3E91-3851-3B62-ED0553A0EBD5}"/>
                </a:ext>
              </a:extLst>
            </p:cNvPr>
            <p:cNvSpPr txBox="1"/>
            <p:nvPr/>
          </p:nvSpPr>
          <p:spPr>
            <a:xfrm>
              <a:off x="7765367" y="1904497"/>
              <a:ext cx="8547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2</a:t>
              </a:r>
              <a:r>
                <a:rPr kumimoji="1" lang="ko-KR" altLang="en-US" dirty="0"/>
                <a:t> 삽입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417C442-5CCD-40F5-AAAB-571CFCB67902}"/>
                </a:ext>
              </a:extLst>
            </p:cNvPr>
            <p:cNvSpPr txBox="1"/>
            <p:nvPr/>
          </p:nvSpPr>
          <p:spPr>
            <a:xfrm>
              <a:off x="3049172" y="2386370"/>
              <a:ext cx="47163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>
                  <a:solidFill>
                    <a:srgbClr val="FF0000"/>
                  </a:solidFill>
                </a:rPr>
                <a:t>1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2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5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/>
                <a:t>3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9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6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4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10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12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7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11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13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8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14</a:t>
              </a:r>
              <a:endParaRPr kumimoji="1"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032BFD3-1009-0BC5-466C-BA1BD5BBB55B}"/>
                </a:ext>
              </a:extLst>
            </p:cNvPr>
            <p:cNvSpPr txBox="1"/>
            <p:nvPr/>
          </p:nvSpPr>
          <p:spPr>
            <a:xfrm>
              <a:off x="2276042" y="2755702"/>
              <a:ext cx="7729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3</a:t>
              </a:r>
              <a:r>
                <a:rPr kumimoji="1" lang="ko-KR" altLang="en-US" dirty="0"/>
                <a:t>단계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F7E0B8C-5E8B-3BF8-68B4-3F0B8127EEED}"/>
                </a:ext>
              </a:extLst>
            </p:cNvPr>
            <p:cNvSpPr txBox="1"/>
            <p:nvPr/>
          </p:nvSpPr>
          <p:spPr>
            <a:xfrm>
              <a:off x="3049011" y="2755702"/>
              <a:ext cx="47163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>
                  <a:solidFill>
                    <a:srgbClr val="FF0000"/>
                  </a:solidFill>
                </a:rPr>
                <a:t>1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2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5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highlight>
                    <a:srgbClr val="00FF00"/>
                  </a:highlight>
                </a:rPr>
                <a:t>3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9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6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4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10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12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7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11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13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8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14</a:t>
              </a:r>
              <a:endParaRPr kumimoji="1" lang="ko-KR" alt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2BE265E-0EC2-BB9B-C5CA-256716ACD5ED}"/>
                </a:ext>
              </a:extLst>
            </p:cNvPr>
            <p:cNvSpPr txBox="1"/>
            <p:nvPr/>
          </p:nvSpPr>
          <p:spPr>
            <a:xfrm>
              <a:off x="7765206" y="2755702"/>
              <a:ext cx="8547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3</a:t>
              </a:r>
              <a:r>
                <a:rPr kumimoji="1" lang="ko-KR" altLang="en-US" dirty="0"/>
                <a:t> 삽입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D8E9A73-FA7C-8B20-CE9F-C7348CEC2266}"/>
                </a:ext>
              </a:extLst>
            </p:cNvPr>
            <p:cNvSpPr txBox="1"/>
            <p:nvPr/>
          </p:nvSpPr>
          <p:spPr>
            <a:xfrm>
              <a:off x="3049011" y="3237575"/>
              <a:ext cx="47163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>
                  <a:solidFill>
                    <a:srgbClr val="FF0000"/>
                  </a:solidFill>
                </a:rPr>
                <a:t>1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2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3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5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9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6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4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10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12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7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11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13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8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14</a:t>
              </a:r>
              <a:endParaRPr kumimoji="1" lang="ko-KR" alt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58C4B8A-8A6D-4E43-2880-95A95F55D5A8}"/>
                </a:ext>
              </a:extLst>
            </p:cNvPr>
            <p:cNvSpPr txBox="1"/>
            <p:nvPr/>
          </p:nvSpPr>
          <p:spPr>
            <a:xfrm>
              <a:off x="7765206" y="2330100"/>
              <a:ext cx="13740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1,</a:t>
              </a:r>
              <a:r>
                <a:rPr kumimoji="1" lang="ko-KR" altLang="en-US" dirty="0"/>
                <a:t> </a:t>
              </a:r>
              <a:r>
                <a:rPr kumimoji="1" lang="en-US" altLang="ko-KR" dirty="0"/>
                <a:t>2,</a:t>
              </a:r>
              <a:r>
                <a:rPr kumimoji="1" lang="ko-KR" altLang="en-US" dirty="0"/>
                <a:t> </a:t>
              </a:r>
              <a:r>
                <a:rPr kumimoji="1" lang="en-US" altLang="ko-KR" dirty="0"/>
                <a:t>5</a:t>
              </a:r>
              <a:r>
                <a:rPr kumimoji="1" lang="ko-KR" altLang="en-US" dirty="0"/>
                <a:t> 정렬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16C1E83-5535-3709-2652-AA8C5780DB07}"/>
                </a:ext>
              </a:extLst>
            </p:cNvPr>
            <p:cNvSpPr txBox="1"/>
            <p:nvPr/>
          </p:nvSpPr>
          <p:spPr>
            <a:xfrm>
              <a:off x="7765206" y="3237575"/>
              <a:ext cx="16337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1,</a:t>
              </a:r>
              <a:r>
                <a:rPr kumimoji="1" lang="ko-KR" altLang="en-US" dirty="0"/>
                <a:t> </a:t>
              </a:r>
              <a:r>
                <a:rPr kumimoji="1" lang="en-US" altLang="ko-KR" dirty="0"/>
                <a:t>2,</a:t>
              </a:r>
              <a:r>
                <a:rPr kumimoji="1" lang="ko-KR" altLang="en-US" dirty="0"/>
                <a:t> </a:t>
              </a:r>
              <a:r>
                <a:rPr kumimoji="1" lang="en-US" altLang="ko-KR" dirty="0"/>
                <a:t>3,</a:t>
              </a:r>
              <a:r>
                <a:rPr kumimoji="1" lang="ko-KR" altLang="en-US" dirty="0"/>
                <a:t> </a:t>
              </a:r>
              <a:r>
                <a:rPr kumimoji="1" lang="en-US" altLang="ko-KR" dirty="0"/>
                <a:t>5</a:t>
              </a:r>
              <a:r>
                <a:rPr kumimoji="1" lang="ko-KR" altLang="en-US" dirty="0"/>
                <a:t> 정렬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1FEF70D-CF97-84F2-458A-F177B0E8A728}"/>
                </a:ext>
              </a:extLst>
            </p:cNvPr>
            <p:cNvSpPr txBox="1"/>
            <p:nvPr/>
          </p:nvSpPr>
          <p:spPr>
            <a:xfrm>
              <a:off x="2275881" y="3663177"/>
              <a:ext cx="7729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4</a:t>
              </a:r>
              <a:r>
                <a:rPr kumimoji="1" lang="ko-KR" altLang="en-US" dirty="0"/>
                <a:t>단계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1428D67-2860-3185-3947-D5A091A127A7}"/>
                </a:ext>
              </a:extLst>
            </p:cNvPr>
            <p:cNvSpPr txBox="1"/>
            <p:nvPr/>
          </p:nvSpPr>
          <p:spPr>
            <a:xfrm>
              <a:off x="3048850" y="3663177"/>
              <a:ext cx="47163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>
                  <a:solidFill>
                    <a:srgbClr val="FF0000"/>
                  </a:solidFill>
                </a:rPr>
                <a:t>1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2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3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5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highlight>
                    <a:srgbClr val="00FF00"/>
                  </a:highlight>
                </a:rPr>
                <a:t>9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6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4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10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12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7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11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13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8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14</a:t>
              </a:r>
              <a:endParaRPr kumimoji="1" lang="ko-KR" alt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9F58EF0-69A6-4671-51D3-B5F1878709C4}"/>
                </a:ext>
              </a:extLst>
            </p:cNvPr>
            <p:cNvSpPr txBox="1"/>
            <p:nvPr/>
          </p:nvSpPr>
          <p:spPr>
            <a:xfrm>
              <a:off x="7765045" y="3663177"/>
              <a:ext cx="11897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dirty="0"/>
                <a:t>삽입 없음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DF8B14A-05FC-446A-CED0-A0F285E3EBF8}"/>
                </a:ext>
              </a:extLst>
            </p:cNvPr>
            <p:cNvSpPr txBox="1"/>
            <p:nvPr/>
          </p:nvSpPr>
          <p:spPr>
            <a:xfrm>
              <a:off x="3048850" y="4145050"/>
              <a:ext cx="47163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>
                  <a:solidFill>
                    <a:srgbClr val="FF0000"/>
                  </a:solidFill>
                </a:rPr>
                <a:t>1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2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3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5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9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highlight>
                    <a:srgbClr val="00FF00"/>
                  </a:highlight>
                </a:rPr>
                <a:t>6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4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10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12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7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11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13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8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14</a:t>
              </a:r>
              <a:endParaRPr kumimoji="1" lang="ko-KR" alt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0755D00-2102-4C04-4B58-4F1600107DB3}"/>
                </a:ext>
              </a:extLst>
            </p:cNvPr>
            <p:cNvSpPr txBox="1"/>
            <p:nvPr/>
          </p:nvSpPr>
          <p:spPr>
            <a:xfrm>
              <a:off x="7765045" y="4145050"/>
              <a:ext cx="8547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6</a:t>
              </a:r>
              <a:r>
                <a:rPr kumimoji="1" lang="ko-KR" altLang="en-US" dirty="0"/>
                <a:t> 삽입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5AAED1C-B4B5-23F2-122E-3BEBF990C279}"/>
                </a:ext>
              </a:extLst>
            </p:cNvPr>
            <p:cNvSpPr txBox="1"/>
            <p:nvPr/>
          </p:nvSpPr>
          <p:spPr>
            <a:xfrm>
              <a:off x="2275881" y="4145050"/>
              <a:ext cx="7729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5</a:t>
              </a:r>
              <a:r>
                <a:rPr kumimoji="1" lang="ko-KR" altLang="en-US" dirty="0"/>
                <a:t>단계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DA8DF3C-4BC2-69F4-91B2-33073EB7EE75}"/>
                </a:ext>
              </a:extLst>
            </p:cNvPr>
            <p:cNvSpPr txBox="1"/>
            <p:nvPr/>
          </p:nvSpPr>
          <p:spPr>
            <a:xfrm>
              <a:off x="3048850" y="4570652"/>
              <a:ext cx="47163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>
                  <a:solidFill>
                    <a:srgbClr val="FF0000"/>
                  </a:solidFill>
                </a:rPr>
                <a:t>1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2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3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5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6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9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4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10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12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7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11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13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8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14</a:t>
              </a:r>
              <a:endParaRPr kumimoji="1" lang="ko-KR" alt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E08F257-85BA-3E14-7D44-3CDE25307791}"/>
                </a:ext>
              </a:extLst>
            </p:cNvPr>
            <p:cNvSpPr txBox="1"/>
            <p:nvPr/>
          </p:nvSpPr>
          <p:spPr>
            <a:xfrm>
              <a:off x="3048689" y="4939984"/>
              <a:ext cx="47163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>
                  <a:solidFill>
                    <a:srgbClr val="FF0000"/>
                  </a:solidFill>
                </a:rPr>
                <a:t>1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2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3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5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6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9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highlight>
                    <a:srgbClr val="00FF00"/>
                  </a:highlight>
                </a:rPr>
                <a:t>4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10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12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7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11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13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8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14</a:t>
              </a:r>
              <a:endParaRPr kumimoji="1" lang="ko-KR" altLang="en-US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E583364-3175-7554-6E1F-CC427E33F45D}"/>
                </a:ext>
              </a:extLst>
            </p:cNvPr>
            <p:cNvSpPr txBox="1"/>
            <p:nvPr/>
          </p:nvSpPr>
          <p:spPr>
            <a:xfrm>
              <a:off x="7764884" y="4939984"/>
              <a:ext cx="8547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4</a:t>
              </a:r>
              <a:r>
                <a:rPr kumimoji="1" lang="ko-KR" altLang="en-US" dirty="0"/>
                <a:t> 삽입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827AD30-EFF9-7AFE-933B-27D3E691E037}"/>
                </a:ext>
              </a:extLst>
            </p:cNvPr>
            <p:cNvSpPr txBox="1"/>
            <p:nvPr/>
          </p:nvSpPr>
          <p:spPr>
            <a:xfrm>
              <a:off x="2275720" y="4939984"/>
              <a:ext cx="7729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5</a:t>
              </a:r>
              <a:r>
                <a:rPr kumimoji="1" lang="ko-KR" altLang="en-US" dirty="0"/>
                <a:t>단계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E33C1B6-BF06-61F4-34F2-79E71BA9F66E}"/>
                </a:ext>
              </a:extLst>
            </p:cNvPr>
            <p:cNvSpPr txBox="1"/>
            <p:nvPr/>
          </p:nvSpPr>
          <p:spPr>
            <a:xfrm>
              <a:off x="3048689" y="5365586"/>
              <a:ext cx="47163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>
                  <a:solidFill>
                    <a:srgbClr val="FF0000"/>
                  </a:solidFill>
                </a:rPr>
                <a:t>1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2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3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4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5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6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9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10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12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7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11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13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8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14</a:t>
              </a:r>
              <a:endParaRPr kumimoji="1" lang="ko-KR" altLang="en-US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1A133DB-DEED-2F1E-088F-F05BEF1121ED}"/>
                </a:ext>
              </a:extLst>
            </p:cNvPr>
            <p:cNvSpPr txBox="1"/>
            <p:nvPr/>
          </p:nvSpPr>
          <p:spPr>
            <a:xfrm>
              <a:off x="7764884" y="4542517"/>
              <a:ext cx="21531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1,</a:t>
              </a:r>
              <a:r>
                <a:rPr kumimoji="1" lang="ko-KR" altLang="en-US" dirty="0"/>
                <a:t> </a:t>
              </a:r>
              <a:r>
                <a:rPr kumimoji="1" lang="en-US" altLang="ko-KR" dirty="0"/>
                <a:t>2,</a:t>
              </a:r>
              <a:r>
                <a:rPr kumimoji="1" lang="ko-KR" altLang="en-US" dirty="0"/>
                <a:t> </a:t>
              </a:r>
              <a:r>
                <a:rPr kumimoji="1" lang="en-US" altLang="ko-KR" dirty="0"/>
                <a:t>3,</a:t>
              </a:r>
              <a:r>
                <a:rPr kumimoji="1" lang="ko-KR" altLang="en-US" dirty="0"/>
                <a:t> </a:t>
              </a:r>
              <a:r>
                <a:rPr kumimoji="1" lang="en-US" altLang="ko-KR" dirty="0"/>
                <a:t>5,</a:t>
              </a:r>
              <a:r>
                <a:rPr kumimoji="1" lang="ko-KR" altLang="en-US" dirty="0"/>
                <a:t> </a:t>
              </a:r>
              <a:r>
                <a:rPr kumimoji="1" lang="en-US" altLang="ko-KR" dirty="0"/>
                <a:t>6,</a:t>
              </a:r>
              <a:r>
                <a:rPr kumimoji="1" lang="ko-KR" altLang="en-US" dirty="0"/>
                <a:t> </a:t>
              </a:r>
              <a:r>
                <a:rPr kumimoji="1" lang="en-US" altLang="ko-KR" dirty="0"/>
                <a:t>9</a:t>
              </a:r>
              <a:r>
                <a:rPr kumimoji="1" lang="ko-KR" altLang="en-US" dirty="0"/>
                <a:t> 정렬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F5B5DBE-046D-E6BD-5783-846DFD2FE078}"/>
                </a:ext>
              </a:extLst>
            </p:cNvPr>
            <p:cNvSpPr txBox="1"/>
            <p:nvPr/>
          </p:nvSpPr>
          <p:spPr>
            <a:xfrm>
              <a:off x="7764884" y="5365586"/>
              <a:ext cx="24128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1,</a:t>
              </a:r>
              <a:r>
                <a:rPr kumimoji="1" lang="ko-KR" altLang="en-US" dirty="0"/>
                <a:t> </a:t>
              </a:r>
              <a:r>
                <a:rPr kumimoji="1" lang="en-US" altLang="ko-KR" dirty="0"/>
                <a:t>2,</a:t>
              </a:r>
              <a:r>
                <a:rPr kumimoji="1" lang="ko-KR" altLang="en-US" dirty="0"/>
                <a:t> </a:t>
              </a:r>
              <a:r>
                <a:rPr kumimoji="1" lang="en-US" altLang="ko-KR" dirty="0"/>
                <a:t>3,</a:t>
              </a:r>
              <a:r>
                <a:rPr kumimoji="1" lang="ko-KR" altLang="en-US" dirty="0"/>
                <a:t> </a:t>
              </a:r>
              <a:r>
                <a:rPr kumimoji="1" lang="en-US" altLang="ko-KR" dirty="0"/>
                <a:t>4,</a:t>
              </a:r>
              <a:r>
                <a:rPr kumimoji="1" lang="ko-KR" altLang="en-US" dirty="0"/>
                <a:t> </a:t>
              </a:r>
              <a:r>
                <a:rPr kumimoji="1" lang="en-US" altLang="ko-KR" dirty="0"/>
                <a:t>5,</a:t>
              </a:r>
              <a:r>
                <a:rPr kumimoji="1" lang="ko-KR" altLang="en-US" dirty="0"/>
                <a:t> </a:t>
              </a:r>
              <a:r>
                <a:rPr kumimoji="1" lang="en-US" altLang="ko-KR" dirty="0"/>
                <a:t>6,</a:t>
              </a:r>
              <a:r>
                <a:rPr kumimoji="1" lang="ko-KR" altLang="en-US" dirty="0"/>
                <a:t> </a:t>
              </a:r>
              <a:r>
                <a:rPr kumimoji="1" lang="en-US" altLang="ko-KR" dirty="0"/>
                <a:t>9</a:t>
              </a:r>
              <a:r>
                <a:rPr kumimoji="1" lang="ko-KR" altLang="en-US" dirty="0"/>
                <a:t> 정렬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03DAEC4-2D05-7DDB-7D8F-72DB3C98774C}"/>
                </a:ext>
              </a:extLst>
            </p:cNvPr>
            <p:cNvSpPr txBox="1"/>
            <p:nvPr/>
          </p:nvSpPr>
          <p:spPr>
            <a:xfrm>
              <a:off x="3071969" y="5763053"/>
              <a:ext cx="47163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>
                  <a:solidFill>
                    <a:srgbClr val="FF0000"/>
                  </a:solidFill>
                </a:rPr>
                <a:t>1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2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3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4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5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6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9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highlight>
                    <a:srgbClr val="00FF00"/>
                  </a:highlight>
                </a:rPr>
                <a:t>10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12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7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11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13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8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14</a:t>
              </a:r>
              <a:endParaRPr kumimoji="1" lang="ko-KR" altLang="en-US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942B0B4-79A4-0D81-9D5A-302758B5CDF4}"/>
                </a:ext>
              </a:extLst>
            </p:cNvPr>
            <p:cNvSpPr txBox="1"/>
            <p:nvPr/>
          </p:nvSpPr>
          <p:spPr>
            <a:xfrm>
              <a:off x="7788164" y="5763053"/>
              <a:ext cx="11897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dirty="0"/>
                <a:t>삽입 없음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90AFAAA-25AA-3AF4-57BE-4BC03FA22839}"/>
                </a:ext>
              </a:extLst>
            </p:cNvPr>
            <p:cNvSpPr txBox="1"/>
            <p:nvPr/>
          </p:nvSpPr>
          <p:spPr>
            <a:xfrm>
              <a:off x="2299000" y="5763053"/>
              <a:ext cx="7729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6</a:t>
              </a:r>
              <a:r>
                <a:rPr kumimoji="1" lang="ko-KR" altLang="en-US" dirty="0"/>
                <a:t>단계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3653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AD297-D123-3027-AD0D-BE8C69DD1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9D7A68-7751-5A64-563A-18A38FB56CE3}"/>
              </a:ext>
            </a:extLst>
          </p:cNvPr>
          <p:cNvSpPr txBox="1"/>
          <p:nvPr/>
        </p:nvSpPr>
        <p:spPr>
          <a:xfrm>
            <a:off x="281354" y="267286"/>
            <a:ext cx="2172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간격 </a:t>
            </a:r>
            <a:r>
              <a:rPr kumimoji="1" lang="en-US" altLang="ko-KR" dirty="0"/>
              <a:t>1</a:t>
            </a:r>
            <a:r>
              <a:rPr kumimoji="1" lang="ko-KR" altLang="en-US" dirty="0"/>
              <a:t>로 전체 정렬</a:t>
            </a: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647C84E8-35ED-B0E2-1CFB-C35A70607DD4}"/>
              </a:ext>
            </a:extLst>
          </p:cNvPr>
          <p:cNvGrpSpPr/>
          <p:nvPr/>
        </p:nvGrpSpPr>
        <p:grpSpPr>
          <a:xfrm>
            <a:off x="1598862" y="1345797"/>
            <a:ext cx="10048585" cy="3654371"/>
            <a:chOff x="1598862" y="1345797"/>
            <a:chExt cx="10048585" cy="3654371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4E03BD4-FBF6-BA95-2332-46D2BEAD6DDE}"/>
                </a:ext>
              </a:extLst>
            </p:cNvPr>
            <p:cNvSpPr txBox="1"/>
            <p:nvPr/>
          </p:nvSpPr>
          <p:spPr>
            <a:xfrm>
              <a:off x="2453744" y="1345797"/>
              <a:ext cx="47163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>
                  <a:solidFill>
                    <a:srgbClr val="FF0000"/>
                  </a:solidFill>
                </a:rPr>
                <a:t>1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2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3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4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5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6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9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highlight>
                    <a:srgbClr val="00FF00"/>
                  </a:highlight>
                </a:rPr>
                <a:t>10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12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7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11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13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8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14</a:t>
              </a:r>
              <a:endParaRPr kumimoji="1" lang="ko-KR" altLang="en-US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FAB96F2-B981-AE32-C930-0B5C5B5510DB}"/>
                </a:ext>
              </a:extLst>
            </p:cNvPr>
            <p:cNvSpPr txBox="1"/>
            <p:nvPr/>
          </p:nvSpPr>
          <p:spPr>
            <a:xfrm>
              <a:off x="7169939" y="1345797"/>
              <a:ext cx="11897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dirty="0"/>
                <a:t>삽입 없음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385E0CE-190A-CDFD-CBD0-27A69FD38854}"/>
                </a:ext>
              </a:extLst>
            </p:cNvPr>
            <p:cNvSpPr txBox="1"/>
            <p:nvPr/>
          </p:nvSpPr>
          <p:spPr>
            <a:xfrm>
              <a:off x="1680775" y="1345797"/>
              <a:ext cx="7729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6</a:t>
              </a:r>
              <a:r>
                <a:rPr kumimoji="1" lang="ko-KR" altLang="en-US" dirty="0"/>
                <a:t>단계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8288801-4F70-D027-04F7-785E5A1449F0}"/>
                </a:ext>
              </a:extLst>
            </p:cNvPr>
            <p:cNvSpPr txBox="1"/>
            <p:nvPr/>
          </p:nvSpPr>
          <p:spPr>
            <a:xfrm>
              <a:off x="2453744" y="1715129"/>
              <a:ext cx="47163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>
                  <a:solidFill>
                    <a:srgbClr val="FF0000"/>
                  </a:solidFill>
                </a:rPr>
                <a:t>1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2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3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4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5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6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9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10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highlight>
                    <a:srgbClr val="00FF00"/>
                  </a:highlight>
                </a:rPr>
                <a:t>12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7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11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13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8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14</a:t>
              </a:r>
              <a:endParaRPr kumimoji="1" lang="ko-KR" alt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04358AC-77F1-AE6C-FC28-9B700F7F2268}"/>
                </a:ext>
              </a:extLst>
            </p:cNvPr>
            <p:cNvSpPr txBox="1"/>
            <p:nvPr/>
          </p:nvSpPr>
          <p:spPr>
            <a:xfrm>
              <a:off x="7169939" y="1715129"/>
              <a:ext cx="11897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dirty="0"/>
                <a:t>삽입 없음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4A268E4-BFCE-790C-D21C-BB1B3E299AE3}"/>
                </a:ext>
              </a:extLst>
            </p:cNvPr>
            <p:cNvSpPr txBox="1"/>
            <p:nvPr/>
          </p:nvSpPr>
          <p:spPr>
            <a:xfrm>
              <a:off x="1680775" y="1715129"/>
              <a:ext cx="7729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7</a:t>
              </a:r>
              <a:r>
                <a:rPr kumimoji="1" lang="ko-KR" altLang="en-US" dirty="0"/>
                <a:t>단계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F10911F-C32F-4674-EBFF-DA3CC3953972}"/>
                </a:ext>
              </a:extLst>
            </p:cNvPr>
            <p:cNvSpPr txBox="1"/>
            <p:nvPr/>
          </p:nvSpPr>
          <p:spPr>
            <a:xfrm>
              <a:off x="2453744" y="2084461"/>
              <a:ext cx="47163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>
                  <a:solidFill>
                    <a:srgbClr val="FF0000"/>
                  </a:solidFill>
                </a:rPr>
                <a:t>1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2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3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4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5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6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9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10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12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highlight>
                    <a:srgbClr val="00FF00"/>
                  </a:highlight>
                </a:rPr>
                <a:t>7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11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13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8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14</a:t>
              </a:r>
              <a:endParaRPr kumimoji="1" lang="ko-KR" alt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7A7F67C-9D2A-3DF6-1FD5-2119AC62C47F}"/>
                </a:ext>
              </a:extLst>
            </p:cNvPr>
            <p:cNvSpPr txBox="1"/>
            <p:nvPr/>
          </p:nvSpPr>
          <p:spPr>
            <a:xfrm>
              <a:off x="7169939" y="2084461"/>
              <a:ext cx="8547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7</a:t>
              </a:r>
              <a:r>
                <a:rPr kumimoji="1" lang="ko-KR" altLang="en-US" dirty="0"/>
                <a:t> 삽입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CC39591-4ACF-2D81-CC9C-6E068538E70D}"/>
                </a:ext>
              </a:extLst>
            </p:cNvPr>
            <p:cNvSpPr txBox="1"/>
            <p:nvPr/>
          </p:nvSpPr>
          <p:spPr>
            <a:xfrm>
              <a:off x="1680775" y="2084461"/>
              <a:ext cx="7729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8</a:t>
              </a:r>
              <a:r>
                <a:rPr kumimoji="1" lang="ko-KR" altLang="en-US" dirty="0"/>
                <a:t>단계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E2F5AA1-6FC5-11C3-3FAB-CB319D47F4FA}"/>
                </a:ext>
              </a:extLst>
            </p:cNvPr>
            <p:cNvSpPr txBox="1"/>
            <p:nvPr/>
          </p:nvSpPr>
          <p:spPr>
            <a:xfrm>
              <a:off x="2453744" y="2453793"/>
              <a:ext cx="47163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>
                  <a:solidFill>
                    <a:srgbClr val="FF0000"/>
                  </a:solidFill>
                </a:rPr>
                <a:t>1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2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3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4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5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6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7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9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10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12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11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13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8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14</a:t>
              </a:r>
              <a:endParaRPr kumimoji="1" lang="ko-KR" altLang="en-US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5F198AD-C92D-63AF-5A1B-345CE90A08EE}"/>
                </a:ext>
              </a:extLst>
            </p:cNvPr>
            <p:cNvSpPr txBox="1"/>
            <p:nvPr/>
          </p:nvSpPr>
          <p:spPr>
            <a:xfrm>
              <a:off x="7169939" y="2453793"/>
              <a:ext cx="34451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1,</a:t>
              </a:r>
              <a:r>
                <a:rPr kumimoji="1" lang="ko-KR" altLang="en-US" dirty="0"/>
                <a:t> </a:t>
              </a:r>
              <a:r>
                <a:rPr kumimoji="1" lang="en-US" altLang="ko-KR" dirty="0"/>
                <a:t>2,</a:t>
              </a:r>
              <a:r>
                <a:rPr kumimoji="1" lang="ko-KR" altLang="en-US" dirty="0"/>
                <a:t> </a:t>
              </a:r>
              <a:r>
                <a:rPr kumimoji="1" lang="en-US" altLang="ko-KR" dirty="0"/>
                <a:t>3,</a:t>
              </a:r>
              <a:r>
                <a:rPr kumimoji="1" lang="ko-KR" altLang="en-US" dirty="0"/>
                <a:t> </a:t>
              </a:r>
              <a:r>
                <a:rPr kumimoji="1" lang="en-US" altLang="ko-KR" dirty="0"/>
                <a:t>4,</a:t>
              </a:r>
              <a:r>
                <a:rPr kumimoji="1" lang="ko-KR" altLang="en-US" dirty="0"/>
                <a:t> </a:t>
              </a:r>
              <a:r>
                <a:rPr kumimoji="1" lang="en-US" altLang="ko-KR" dirty="0"/>
                <a:t>5,</a:t>
              </a:r>
              <a:r>
                <a:rPr kumimoji="1" lang="ko-KR" altLang="en-US" dirty="0"/>
                <a:t> </a:t>
              </a:r>
              <a:r>
                <a:rPr kumimoji="1" lang="en-US" altLang="ko-KR" dirty="0"/>
                <a:t>6,</a:t>
              </a:r>
              <a:r>
                <a:rPr kumimoji="1" lang="ko-KR" altLang="en-US" dirty="0"/>
                <a:t> </a:t>
              </a:r>
              <a:r>
                <a:rPr kumimoji="1" lang="en-US" altLang="ko-KR" dirty="0"/>
                <a:t>7,</a:t>
              </a:r>
              <a:r>
                <a:rPr kumimoji="1" lang="ko-KR" altLang="en-US" dirty="0"/>
                <a:t> </a:t>
              </a:r>
              <a:r>
                <a:rPr kumimoji="1" lang="en-US" altLang="ko-KR" dirty="0"/>
                <a:t>9,</a:t>
              </a:r>
              <a:r>
                <a:rPr kumimoji="1" lang="ko-KR" altLang="en-US" dirty="0"/>
                <a:t> </a:t>
              </a:r>
              <a:r>
                <a:rPr kumimoji="1" lang="en-US" altLang="ko-KR" dirty="0"/>
                <a:t>10,</a:t>
              </a:r>
              <a:r>
                <a:rPr kumimoji="1" lang="ko-KR" altLang="en-US" dirty="0"/>
                <a:t> </a:t>
              </a:r>
              <a:r>
                <a:rPr kumimoji="1" lang="en-US" altLang="ko-KR" dirty="0"/>
                <a:t>12</a:t>
              </a:r>
              <a:r>
                <a:rPr kumimoji="1" lang="ko-KR" altLang="en-US" dirty="0"/>
                <a:t> 정렬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7DF5E4D-1469-8A2E-3F6C-54FA490FFDD7}"/>
                </a:ext>
              </a:extLst>
            </p:cNvPr>
            <p:cNvSpPr txBox="1"/>
            <p:nvPr/>
          </p:nvSpPr>
          <p:spPr>
            <a:xfrm>
              <a:off x="2453744" y="2827354"/>
              <a:ext cx="47163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>
                  <a:solidFill>
                    <a:srgbClr val="FF0000"/>
                  </a:solidFill>
                </a:rPr>
                <a:t>1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2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3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4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5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6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7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9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10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12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highlight>
                    <a:srgbClr val="00FF00"/>
                  </a:highlight>
                </a:rPr>
                <a:t>11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13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8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14</a:t>
              </a:r>
              <a:endParaRPr kumimoji="1" lang="ko-KR" altLang="en-US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982F009-A936-661B-3648-702294B32571}"/>
                </a:ext>
              </a:extLst>
            </p:cNvPr>
            <p:cNvSpPr txBox="1"/>
            <p:nvPr/>
          </p:nvSpPr>
          <p:spPr>
            <a:xfrm>
              <a:off x="7169939" y="2827354"/>
              <a:ext cx="9813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11</a:t>
              </a:r>
              <a:r>
                <a:rPr kumimoji="1" lang="ko-KR" altLang="en-US" dirty="0"/>
                <a:t> 삽입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B3466FE-505A-D32C-92D3-86F2E7AB4D37}"/>
                </a:ext>
              </a:extLst>
            </p:cNvPr>
            <p:cNvSpPr txBox="1"/>
            <p:nvPr/>
          </p:nvSpPr>
          <p:spPr>
            <a:xfrm>
              <a:off x="1680775" y="2827354"/>
              <a:ext cx="7729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9</a:t>
              </a:r>
              <a:r>
                <a:rPr kumimoji="1" lang="ko-KR" altLang="en-US" dirty="0"/>
                <a:t>단계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76428B0-5665-40B5-280E-B9368A382F83}"/>
                </a:ext>
              </a:extLst>
            </p:cNvPr>
            <p:cNvSpPr txBox="1"/>
            <p:nvPr/>
          </p:nvSpPr>
          <p:spPr>
            <a:xfrm>
              <a:off x="2453744" y="3196686"/>
              <a:ext cx="47163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>
                  <a:solidFill>
                    <a:srgbClr val="FF0000"/>
                  </a:solidFill>
                </a:rPr>
                <a:t>1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2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3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4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5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6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7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9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10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11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12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13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8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14</a:t>
              </a:r>
              <a:endParaRPr kumimoji="1" lang="ko-KR" altLang="en-US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76CEE57-993B-F2A6-88B5-0386701B2788}"/>
                </a:ext>
              </a:extLst>
            </p:cNvPr>
            <p:cNvSpPr txBox="1"/>
            <p:nvPr/>
          </p:nvSpPr>
          <p:spPr>
            <a:xfrm>
              <a:off x="7169939" y="3196686"/>
              <a:ext cx="3831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1,</a:t>
              </a:r>
              <a:r>
                <a:rPr kumimoji="1" lang="ko-KR" altLang="en-US" dirty="0"/>
                <a:t> </a:t>
              </a:r>
              <a:r>
                <a:rPr kumimoji="1" lang="en-US" altLang="ko-KR" dirty="0"/>
                <a:t>2,</a:t>
              </a:r>
              <a:r>
                <a:rPr kumimoji="1" lang="ko-KR" altLang="en-US" dirty="0"/>
                <a:t> </a:t>
              </a:r>
              <a:r>
                <a:rPr kumimoji="1" lang="en-US" altLang="ko-KR" dirty="0"/>
                <a:t>3,</a:t>
              </a:r>
              <a:r>
                <a:rPr kumimoji="1" lang="ko-KR" altLang="en-US" dirty="0"/>
                <a:t> </a:t>
              </a:r>
              <a:r>
                <a:rPr kumimoji="1" lang="en-US" altLang="ko-KR" dirty="0"/>
                <a:t>4,</a:t>
              </a:r>
              <a:r>
                <a:rPr kumimoji="1" lang="ko-KR" altLang="en-US" dirty="0"/>
                <a:t> </a:t>
              </a:r>
              <a:r>
                <a:rPr kumimoji="1" lang="en-US" altLang="ko-KR" dirty="0"/>
                <a:t>5,</a:t>
              </a:r>
              <a:r>
                <a:rPr kumimoji="1" lang="ko-KR" altLang="en-US" dirty="0"/>
                <a:t> </a:t>
              </a:r>
              <a:r>
                <a:rPr kumimoji="1" lang="en-US" altLang="ko-KR" dirty="0"/>
                <a:t>6,</a:t>
              </a:r>
              <a:r>
                <a:rPr kumimoji="1" lang="ko-KR" altLang="en-US" dirty="0"/>
                <a:t> </a:t>
              </a:r>
              <a:r>
                <a:rPr kumimoji="1" lang="en-US" altLang="ko-KR" dirty="0"/>
                <a:t>7,</a:t>
              </a:r>
              <a:r>
                <a:rPr kumimoji="1" lang="ko-KR" altLang="en-US" dirty="0"/>
                <a:t> </a:t>
              </a:r>
              <a:r>
                <a:rPr kumimoji="1" lang="en-US" altLang="ko-KR" dirty="0"/>
                <a:t>9,</a:t>
              </a:r>
              <a:r>
                <a:rPr kumimoji="1" lang="ko-KR" altLang="en-US" dirty="0"/>
                <a:t> </a:t>
              </a:r>
              <a:r>
                <a:rPr kumimoji="1" lang="en-US" altLang="ko-KR" dirty="0"/>
                <a:t>10,</a:t>
              </a:r>
              <a:r>
                <a:rPr kumimoji="1" lang="ko-KR" altLang="en-US" dirty="0"/>
                <a:t> </a:t>
              </a:r>
              <a:r>
                <a:rPr kumimoji="1" lang="en-US" altLang="ko-KR" dirty="0"/>
                <a:t>11,</a:t>
              </a:r>
              <a:r>
                <a:rPr kumimoji="1" lang="ko-KR" altLang="en-US" dirty="0"/>
                <a:t> </a:t>
              </a:r>
              <a:r>
                <a:rPr kumimoji="1" lang="en-US" altLang="ko-KR" dirty="0"/>
                <a:t>12</a:t>
              </a:r>
              <a:r>
                <a:rPr kumimoji="1" lang="ko-KR" altLang="en-US" dirty="0"/>
                <a:t> 정렬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F86ADC4-D29A-AC22-7512-FC45DE99B593}"/>
                </a:ext>
              </a:extLst>
            </p:cNvPr>
            <p:cNvSpPr txBox="1"/>
            <p:nvPr/>
          </p:nvSpPr>
          <p:spPr>
            <a:xfrm>
              <a:off x="2453744" y="3570247"/>
              <a:ext cx="47163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>
                  <a:solidFill>
                    <a:srgbClr val="FF0000"/>
                  </a:solidFill>
                </a:rPr>
                <a:t>1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2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3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4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5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6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7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9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10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11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12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highlight>
                    <a:srgbClr val="00FF00"/>
                  </a:highlight>
                </a:rPr>
                <a:t>13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8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14</a:t>
              </a:r>
              <a:endParaRPr kumimoji="1" lang="ko-KR" altLang="en-US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0F5CF19-8412-DA7B-B263-65865BAB684E}"/>
                </a:ext>
              </a:extLst>
            </p:cNvPr>
            <p:cNvSpPr txBox="1"/>
            <p:nvPr/>
          </p:nvSpPr>
          <p:spPr>
            <a:xfrm>
              <a:off x="7169939" y="3570247"/>
              <a:ext cx="11897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dirty="0"/>
                <a:t>삽입 없음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B4CAEB0-9E58-F0E5-AB07-CCCF978B7FC1}"/>
                </a:ext>
              </a:extLst>
            </p:cNvPr>
            <p:cNvSpPr txBox="1"/>
            <p:nvPr/>
          </p:nvSpPr>
          <p:spPr>
            <a:xfrm>
              <a:off x="1599023" y="3570247"/>
              <a:ext cx="9813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/>
                <a:t>10</a:t>
              </a:r>
              <a:r>
                <a:rPr kumimoji="1" lang="ko-KR" altLang="en-US" dirty="0"/>
                <a:t>단계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8C2DE6A-404F-3C6E-5274-B1A78AE2880C}"/>
                </a:ext>
              </a:extLst>
            </p:cNvPr>
            <p:cNvSpPr txBox="1"/>
            <p:nvPr/>
          </p:nvSpPr>
          <p:spPr>
            <a:xfrm>
              <a:off x="2453583" y="3943808"/>
              <a:ext cx="47163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>
                  <a:solidFill>
                    <a:srgbClr val="FF0000"/>
                  </a:solidFill>
                </a:rPr>
                <a:t>1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2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3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4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5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6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7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9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10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11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12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13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highlight>
                    <a:srgbClr val="00FF00"/>
                  </a:highlight>
                </a:rPr>
                <a:t>8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14</a:t>
              </a:r>
              <a:endParaRPr kumimoji="1" lang="ko-KR" altLang="en-US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FA4F33E-C2B5-702E-59F2-DD530B45636B}"/>
                </a:ext>
              </a:extLst>
            </p:cNvPr>
            <p:cNvSpPr txBox="1"/>
            <p:nvPr/>
          </p:nvSpPr>
          <p:spPr>
            <a:xfrm>
              <a:off x="7169778" y="3943808"/>
              <a:ext cx="8547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8</a:t>
              </a:r>
              <a:r>
                <a:rPr kumimoji="1" lang="ko-KR" altLang="en-US" dirty="0"/>
                <a:t> 삽입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39A639F-F6B2-3692-40A4-BF5AF59222AE}"/>
                </a:ext>
              </a:extLst>
            </p:cNvPr>
            <p:cNvSpPr txBox="1"/>
            <p:nvPr/>
          </p:nvSpPr>
          <p:spPr>
            <a:xfrm>
              <a:off x="1598862" y="3943808"/>
              <a:ext cx="9813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/>
                <a:t>11</a:t>
              </a:r>
              <a:r>
                <a:rPr kumimoji="1" lang="ko-KR" altLang="en-US" dirty="0"/>
                <a:t>단계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0058315-90AF-2747-C5DD-E5C3690D8F6D}"/>
                </a:ext>
              </a:extLst>
            </p:cNvPr>
            <p:cNvSpPr txBox="1"/>
            <p:nvPr/>
          </p:nvSpPr>
          <p:spPr>
            <a:xfrm>
              <a:off x="2453583" y="4317369"/>
              <a:ext cx="47163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>
                  <a:solidFill>
                    <a:srgbClr val="FF0000"/>
                  </a:solidFill>
                </a:rPr>
                <a:t>1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2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3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4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5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6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7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8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9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10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11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12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13</a:t>
              </a:r>
              <a:r>
                <a:rPr kumimoji="1" lang="ko-KR" altLang="en-US" dirty="0"/>
                <a:t>  </a:t>
              </a:r>
              <a:r>
                <a:rPr kumimoji="1" lang="en-US" altLang="ko-KR" dirty="0"/>
                <a:t>14</a:t>
              </a:r>
              <a:endParaRPr kumimoji="1" lang="ko-KR" alt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9BD706B-FEE0-64A6-34FC-F5E5575A16F8}"/>
                </a:ext>
              </a:extLst>
            </p:cNvPr>
            <p:cNvSpPr txBox="1"/>
            <p:nvPr/>
          </p:nvSpPr>
          <p:spPr>
            <a:xfrm>
              <a:off x="7169939" y="4313140"/>
              <a:ext cx="44775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ko-KR" dirty="0"/>
                <a:t>1, 2, 3, 4, 5, 6, 7, 8, 9, 10, 11, 12, 13 정렬</a:t>
              </a:r>
              <a:endParaRPr kumimoji="1" lang="ko-KR" alt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CE29784-404B-95D4-CF71-EFDFD5EFB708}"/>
                </a:ext>
              </a:extLst>
            </p:cNvPr>
            <p:cNvSpPr txBox="1"/>
            <p:nvPr/>
          </p:nvSpPr>
          <p:spPr>
            <a:xfrm>
              <a:off x="2453583" y="4630836"/>
              <a:ext cx="47163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>
                  <a:solidFill>
                    <a:srgbClr val="FF0000"/>
                  </a:solidFill>
                </a:rPr>
                <a:t>1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2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3</a:t>
              </a:r>
              <a:r>
                <a:rPr kumimoji="1" lang="ko-KR" altLang="en-US" dirty="0">
                  <a:solidFill>
                    <a:srgbClr val="FF0000"/>
                  </a:solidFill>
                </a:rPr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4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5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6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7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8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9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10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11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12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13</a:t>
              </a:r>
              <a:r>
                <a:rPr kumimoji="1" lang="ko-KR" altLang="en-US" dirty="0"/>
                <a:t>  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14</a:t>
              </a:r>
              <a:endParaRPr kumimoji="1"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BCF1A46-148A-2895-B96F-1C2CE953ADB8}"/>
                </a:ext>
              </a:extLst>
            </p:cNvPr>
            <p:cNvSpPr txBox="1"/>
            <p:nvPr/>
          </p:nvSpPr>
          <p:spPr>
            <a:xfrm>
              <a:off x="7169778" y="4630836"/>
              <a:ext cx="11897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dirty="0"/>
                <a:t>정렬 완료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DDEDADC-C674-7E00-42E6-2DE61CA02010}"/>
                </a:ext>
              </a:extLst>
            </p:cNvPr>
            <p:cNvSpPr txBox="1"/>
            <p:nvPr/>
          </p:nvSpPr>
          <p:spPr>
            <a:xfrm>
              <a:off x="1598862" y="4630836"/>
              <a:ext cx="9813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/>
                <a:t>12</a:t>
              </a:r>
              <a:r>
                <a:rPr kumimoji="1" lang="ko-KR" altLang="en-US" dirty="0"/>
                <a:t>단계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51699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589</Words>
  <Application>Microsoft Macintosh PowerPoint</Application>
  <PresentationFormat>와이드스크린</PresentationFormat>
  <Paragraphs>76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이다연</dc:creator>
  <cp:lastModifiedBy>이다연</cp:lastModifiedBy>
  <cp:revision>3</cp:revision>
  <dcterms:created xsi:type="dcterms:W3CDTF">2026-08-21T04:25:38Z</dcterms:created>
  <dcterms:modified xsi:type="dcterms:W3CDTF">2026-08-21T06:23:01Z</dcterms:modified>
</cp:coreProperties>
</file>