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1B800-0F92-1B97-F32E-2476D50E5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9A3B40-D254-6124-6F3D-DE4D47C77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C6C29E-FE38-5005-4043-83DACCCD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D7B440-F5A5-5847-7C99-D6C61FC4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47D89-2663-4C92-BCD2-1697A496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444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7A7CF-39D9-F304-DC2B-7242DDE5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D5D9C5-E9BD-5834-F98A-9502A90D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A51A9-B205-2657-F061-FB32FE26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C7D97E-F591-C4B2-0F9B-CC3CDDF6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D5E6F-0D4C-F477-BB30-12906D4B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12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20602-E172-5AC1-CAB9-6D7043F0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4DFB77-F233-759E-641C-B40DB1328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67F62-81C1-4719-8AD5-90CBE371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B72B8E-ADE7-320D-AA75-87B915049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8A6110-2CB1-D3FB-60DD-8AF97198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8154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9ABF8-5E83-E6BF-F7CE-6DB41111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9C8FF-8B36-7058-5499-624C2AEDD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66211D-C99C-0B1C-3252-7B9E18CBA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7E938C-43BE-510A-474B-F456FA8F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FC63F7-02B2-E489-2945-418DE43A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D20221-BF3A-BDCB-D34D-C33E9A37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077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1CE98-245C-28F5-BE12-088C2462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C56C93-F211-4686-7A8B-A80A6B58A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047847-7B07-CB28-4552-DD854874B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82DCEA-0706-7052-46C1-9B5D2C289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98DCAF-F1FA-3C99-684E-CC73E859C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CD3D3E-E842-4E8F-ECBE-1021094F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22E0A6-3373-10C2-480A-C17C9E3D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4B3639-7CF6-BCC6-1C40-D205E405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352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23F7F-4F9F-735C-A4F4-C0215813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8A328C-C647-77B7-BFA1-9028496ED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5BC41A-CE3B-A325-AC05-99987C93E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4D45EE-D266-565A-7147-4B2E3A80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528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998664-9A1D-C581-7E86-2253AD32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225F40-F436-D558-8116-45552080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2D0228-E569-6355-C00D-28475CE8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754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5D1C4-5BE6-1942-FACB-B4D858D0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1EEEC-B48D-7161-EBB3-D0FA03D3B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C4368F-3C11-BAAA-AAA4-1E5920EC9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29B389-A1B9-8B46-BD61-4665C0A9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F1C2B2-AD26-6115-EA46-F780242B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A11922-8B67-5BBD-D4D4-9526D828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735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35C54-AF72-3BA7-F86F-FD3D9D1E2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64D6CD-7F9C-09FE-4C7D-89B71F19E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A46BF3-5BA0-887E-99CD-97C9B60B9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EFFE8C-AC08-B0E1-E40A-C6C2BA5E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BFC48-4945-7CB5-ECB0-24BF3C55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727339-384F-B6BF-0A20-B9BC9CA5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656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A5E3B-72F5-7C53-4FB4-0960211C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FA09B-38C1-CEBC-900F-F41378263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BCA92-5D91-5315-D5A4-E8AAA4AF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EA1FF3-D54C-1841-4603-BA62406B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08E7C-9316-3E94-8264-9410819A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494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8EE21A-2901-5960-C277-7D4606CA4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696482-6972-45A3-55D5-A28DBFAFB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95D62-4F1F-45B3-310C-D1EA7EBF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FFFBA0-51AE-FF26-69FD-E5E6051F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E36E02-9F3C-9A5E-03DC-76DDD53C2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7139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DA677A-24BB-43FB-D398-269E8B29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7D2DB-281E-FA42-2B90-329E8DD8E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1180C-B1AF-A14C-504D-12459B9A1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485AD-FD02-394C-A264-95F623C3C03D}" type="datetimeFigureOut">
              <a:rPr kumimoji="1" lang="ko-KR" altLang="en-US" smtClean="0"/>
              <a:t>2026. 8. 24.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F9EB8-BEC8-D79D-2DCB-8C5D181D6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790DC-44F1-EF11-F52F-516252117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68256-FCF6-FC4A-9E34-9B944E38D79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934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89CF9-E491-2C21-016D-1C97C9227877}"/>
              </a:ext>
            </a:extLst>
          </p:cNvPr>
          <p:cNvSpPr txBox="1"/>
          <p:nvPr/>
        </p:nvSpPr>
        <p:spPr>
          <a:xfrm>
            <a:off x="138223" y="11695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</a:t>
            </a:r>
            <a:r>
              <a:rPr kumimoji="1" lang="ko-KR" altLang="en-US" dirty="0"/>
              <a:t>차 합병 정렬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93E52-5BAA-DAEF-2E3C-C51B0BF810A8}"/>
              </a:ext>
            </a:extLst>
          </p:cNvPr>
          <p:cNvSpPr txBox="1"/>
          <p:nvPr/>
        </p:nvSpPr>
        <p:spPr>
          <a:xfrm>
            <a:off x="138223" y="486290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6,</a:t>
            </a:r>
            <a:r>
              <a:rPr kumimoji="1" lang="ko-KR" altLang="en-US" dirty="0"/>
              <a:t> </a:t>
            </a:r>
            <a:r>
              <a:rPr kumimoji="1" lang="en-US" altLang="ko-KR" dirty="0"/>
              <a:t>2,</a:t>
            </a:r>
            <a:r>
              <a:rPr kumimoji="1" lang="ko-KR" altLang="en-US" dirty="0"/>
              <a:t> </a:t>
            </a:r>
            <a:r>
              <a:rPr kumimoji="1" lang="en-US" altLang="ko-KR" dirty="0"/>
              <a:t>7,</a:t>
            </a:r>
            <a:r>
              <a:rPr kumimoji="1" lang="ko-KR" altLang="en-US" dirty="0"/>
              <a:t>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</a:t>
            </a:r>
            <a:r>
              <a:rPr kumimoji="1" lang="en-US" altLang="ko-KR" dirty="0"/>
              <a:t>10,</a:t>
            </a:r>
            <a:r>
              <a:rPr kumimoji="1" lang="ko-KR" altLang="en-US" dirty="0"/>
              <a:t> </a:t>
            </a:r>
            <a:r>
              <a:rPr kumimoji="1" lang="en-US" altLang="ko-KR" dirty="0"/>
              <a:t>3,</a:t>
            </a:r>
            <a:r>
              <a:rPr kumimoji="1" lang="ko-KR" altLang="en-US" dirty="0"/>
              <a:t> </a:t>
            </a:r>
            <a:r>
              <a:rPr kumimoji="1" lang="en-US" altLang="ko-KR" dirty="0"/>
              <a:t>9,</a:t>
            </a:r>
            <a:r>
              <a:rPr kumimoji="1" lang="ko-KR" altLang="en-US" dirty="0"/>
              <a:t> </a:t>
            </a:r>
            <a:r>
              <a:rPr kumimoji="1" lang="en-US" altLang="ko-KR" dirty="0"/>
              <a:t>4,</a:t>
            </a:r>
            <a:r>
              <a:rPr kumimoji="1" lang="ko-KR" altLang="en-US" dirty="0"/>
              <a:t> </a:t>
            </a:r>
            <a:r>
              <a:rPr kumimoji="1" lang="en-US" altLang="ko-KR" dirty="0"/>
              <a:t>8</a:t>
            </a:r>
            <a:r>
              <a:rPr kumimoji="1" lang="ko-KR" altLang="en-US" dirty="0"/>
              <a:t> </a:t>
            </a:r>
            <a:r>
              <a:rPr kumimoji="1" lang="en-US" altLang="ko-KR" dirty="0"/>
              <a:t>,5</a:t>
            </a:r>
            <a:endParaRPr kumimoji="1"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1335CC5-AFCC-3AAF-663B-493552282193}"/>
              </a:ext>
            </a:extLst>
          </p:cNvPr>
          <p:cNvGrpSpPr/>
          <p:nvPr/>
        </p:nvGrpSpPr>
        <p:grpSpPr>
          <a:xfrm>
            <a:off x="2701952" y="1500746"/>
            <a:ext cx="6346371" cy="4261749"/>
            <a:chOff x="2345113" y="1010093"/>
            <a:chExt cx="6346371" cy="426174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3D2596-2135-BCFE-B3F2-0E65F3ECF648}"/>
                </a:ext>
              </a:extLst>
            </p:cNvPr>
            <p:cNvSpPr txBox="1"/>
            <p:nvPr/>
          </p:nvSpPr>
          <p:spPr>
            <a:xfrm>
              <a:off x="3710764" y="1010093"/>
              <a:ext cx="386676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endParaRPr kumimoji="1"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6065517-2D6C-7DE6-524D-14D2D23ACC88}"/>
                </a:ext>
              </a:extLst>
            </p:cNvPr>
            <p:cNvSpPr txBox="1"/>
            <p:nvPr/>
          </p:nvSpPr>
          <p:spPr>
            <a:xfrm>
              <a:off x="3185476" y="1669610"/>
              <a:ext cx="192552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2AF9415-901E-BEED-EA70-77E631115AC8}"/>
                </a:ext>
              </a:extLst>
            </p:cNvPr>
            <p:cNvSpPr txBox="1"/>
            <p:nvPr/>
          </p:nvSpPr>
          <p:spPr>
            <a:xfrm>
              <a:off x="6158186" y="1669610"/>
              <a:ext cx="179889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endParaRPr kumimoji="1"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2828AA-9193-AA63-13F1-C5E85D27E3D7}"/>
                </a:ext>
              </a:extLst>
            </p:cNvPr>
            <p:cNvSpPr txBox="1"/>
            <p:nvPr/>
          </p:nvSpPr>
          <p:spPr>
            <a:xfrm>
              <a:off x="2766667" y="2329127"/>
              <a:ext cx="6832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2</a:t>
              </a:r>
              <a:endParaRPr kumimoji="1"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F121F9-FA13-8FD2-7BBB-49743C05F2AD}"/>
                </a:ext>
              </a:extLst>
            </p:cNvPr>
            <p:cNvSpPr txBox="1"/>
            <p:nvPr/>
          </p:nvSpPr>
          <p:spPr>
            <a:xfrm>
              <a:off x="4219515" y="2329127"/>
              <a:ext cx="11817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4AC1FD-132E-E218-BECD-08871C24A469}"/>
                </a:ext>
              </a:extLst>
            </p:cNvPr>
            <p:cNvSpPr txBox="1"/>
            <p:nvPr/>
          </p:nvSpPr>
          <p:spPr>
            <a:xfrm>
              <a:off x="5863978" y="2329127"/>
              <a:ext cx="6832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endParaRPr kumimoji="1"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4253BE0-1F74-E2EE-E099-802CB5D00FA2}"/>
                </a:ext>
              </a:extLst>
            </p:cNvPr>
            <p:cNvSpPr txBox="1"/>
            <p:nvPr/>
          </p:nvSpPr>
          <p:spPr>
            <a:xfrm>
              <a:off x="7293755" y="2307265"/>
              <a:ext cx="105509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endParaRPr kumimoji="1"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59724E-8F1C-BD08-A0C4-BE12C2500D9D}"/>
                </a:ext>
              </a:extLst>
            </p:cNvPr>
            <p:cNvSpPr txBox="1"/>
            <p:nvPr/>
          </p:nvSpPr>
          <p:spPr>
            <a:xfrm>
              <a:off x="2345113" y="2953742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6</a:t>
              </a:r>
              <a:endParaRPr kumimoji="1"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F32F4F-4982-1691-EB3F-62DD3CEFC642}"/>
                </a:ext>
              </a:extLst>
            </p:cNvPr>
            <p:cNvSpPr txBox="1"/>
            <p:nvPr/>
          </p:nvSpPr>
          <p:spPr>
            <a:xfrm>
              <a:off x="2879435" y="2953742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2</a:t>
              </a:r>
              <a:endParaRPr kumimoji="1"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5AC8E6-C7D0-EACA-E33D-B3A7DDC8BF9D}"/>
                </a:ext>
              </a:extLst>
            </p:cNvPr>
            <p:cNvSpPr txBox="1"/>
            <p:nvPr/>
          </p:nvSpPr>
          <p:spPr>
            <a:xfrm>
              <a:off x="3413757" y="2953742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7</a:t>
              </a:r>
              <a:endParaRPr kumimoji="1"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6B5671-A9F5-CAB6-714A-09CF524889CE}"/>
                </a:ext>
              </a:extLst>
            </p:cNvPr>
            <p:cNvSpPr txBox="1"/>
            <p:nvPr/>
          </p:nvSpPr>
          <p:spPr>
            <a:xfrm>
              <a:off x="3948079" y="2953742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endParaRPr kumimoji="1"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612C03-63C4-82C0-72D9-8507A186D42C}"/>
                </a:ext>
              </a:extLst>
            </p:cNvPr>
            <p:cNvSpPr txBox="1"/>
            <p:nvPr/>
          </p:nvSpPr>
          <p:spPr>
            <a:xfrm>
              <a:off x="6242888" y="2946324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endParaRPr kumimoji="1"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504E69-BB4E-EBFB-443B-C0C5D039A24F}"/>
                </a:ext>
              </a:extLst>
            </p:cNvPr>
            <p:cNvSpPr txBox="1"/>
            <p:nvPr/>
          </p:nvSpPr>
          <p:spPr>
            <a:xfrm>
              <a:off x="6777210" y="2946324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9</a:t>
              </a:r>
              <a:endParaRPr kumimoji="1"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F88070-3694-9593-DB5F-EB6F219CC11E}"/>
                </a:ext>
              </a:extLst>
            </p:cNvPr>
            <p:cNvSpPr txBox="1"/>
            <p:nvPr/>
          </p:nvSpPr>
          <p:spPr>
            <a:xfrm>
              <a:off x="7311532" y="2946324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endParaRPr kumimoji="1"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ECFA8C-A1EC-214F-926D-AD068E7364A8}"/>
                </a:ext>
              </a:extLst>
            </p:cNvPr>
            <p:cNvSpPr txBox="1"/>
            <p:nvPr/>
          </p:nvSpPr>
          <p:spPr>
            <a:xfrm>
              <a:off x="7845856" y="2946324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8</a:t>
              </a:r>
              <a:endParaRPr kumimoji="1"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461DFC-DAE7-23EE-F868-6A1ED0AB53ED}"/>
                </a:ext>
              </a:extLst>
            </p:cNvPr>
            <p:cNvSpPr txBox="1"/>
            <p:nvPr/>
          </p:nvSpPr>
          <p:spPr>
            <a:xfrm>
              <a:off x="8380180" y="2948456"/>
              <a:ext cx="31130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5</a:t>
              </a:r>
              <a:endParaRPr kumimoji="1"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7324FB-5542-6CE0-0F4A-66236DF83672}"/>
                </a:ext>
              </a:extLst>
            </p:cNvPr>
            <p:cNvSpPr txBox="1"/>
            <p:nvPr/>
          </p:nvSpPr>
          <p:spPr>
            <a:xfrm>
              <a:off x="2766667" y="3573238"/>
              <a:ext cx="6832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2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6</a:t>
              </a:r>
              <a:endParaRPr kumimoji="1"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3C9048-6C5D-7347-E4EB-BC289F0D5A84}"/>
                </a:ext>
              </a:extLst>
            </p:cNvPr>
            <p:cNvSpPr txBox="1"/>
            <p:nvPr/>
          </p:nvSpPr>
          <p:spPr>
            <a:xfrm>
              <a:off x="4219515" y="3573238"/>
              <a:ext cx="11817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1DCE51-3B76-0050-0EEE-3B06F206F41B}"/>
                </a:ext>
              </a:extLst>
            </p:cNvPr>
            <p:cNvSpPr txBox="1"/>
            <p:nvPr/>
          </p:nvSpPr>
          <p:spPr>
            <a:xfrm>
              <a:off x="5863978" y="3573238"/>
              <a:ext cx="68320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endParaRPr kumimoji="1"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BF97CE-4002-49EE-9CB7-B2F42E58E687}"/>
                </a:ext>
              </a:extLst>
            </p:cNvPr>
            <p:cNvSpPr txBox="1"/>
            <p:nvPr/>
          </p:nvSpPr>
          <p:spPr>
            <a:xfrm>
              <a:off x="7263395" y="3573238"/>
              <a:ext cx="105509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endParaRPr kumimoji="1"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7CD74F-4C19-7A59-DA7A-DC803A345CFC}"/>
                </a:ext>
              </a:extLst>
            </p:cNvPr>
            <p:cNvSpPr txBox="1"/>
            <p:nvPr/>
          </p:nvSpPr>
          <p:spPr>
            <a:xfrm>
              <a:off x="4482401" y="2953742"/>
              <a:ext cx="43794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C63229-7A73-57F8-0CDC-4C1AAEFFA7B6}"/>
                </a:ext>
              </a:extLst>
            </p:cNvPr>
            <p:cNvSpPr txBox="1"/>
            <p:nvPr/>
          </p:nvSpPr>
          <p:spPr>
            <a:xfrm>
              <a:off x="3185475" y="4237874"/>
              <a:ext cx="192552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7775BB-E127-B9AD-7AF7-CB15C7F5BDED}"/>
                </a:ext>
              </a:extLst>
            </p:cNvPr>
            <p:cNvSpPr txBox="1"/>
            <p:nvPr/>
          </p:nvSpPr>
          <p:spPr>
            <a:xfrm>
              <a:off x="6158186" y="4232755"/>
              <a:ext cx="179889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endParaRPr kumimoji="1"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6982E3-22C2-FD70-0E95-3B0D8305A656}"/>
                </a:ext>
              </a:extLst>
            </p:cNvPr>
            <p:cNvSpPr txBox="1"/>
            <p:nvPr/>
          </p:nvSpPr>
          <p:spPr>
            <a:xfrm>
              <a:off x="3792517" y="4902510"/>
              <a:ext cx="378501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1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2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3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4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5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6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7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8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9</a:t>
              </a:r>
              <a:r>
                <a:rPr kumimoji="1" lang="ko-KR" altLang="en-US" dirty="0"/>
                <a:t>   </a:t>
              </a:r>
              <a:r>
                <a:rPr kumimoji="1" lang="en-US" altLang="ko-KR" dirty="0"/>
                <a:t>10</a:t>
              </a:r>
              <a:endParaRPr kumimoji="1" lang="ko-KR" altLang="en-US" dirty="0"/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DD6EF3F-7927-5DE2-EA95-98A87B1BF244}"/>
              </a:ext>
            </a:extLst>
          </p:cNvPr>
          <p:cNvCxnSpPr/>
          <p:nvPr/>
        </p:nvCxnSpPr>
        <p:spPr>
          <a:xfrm flipH="1">
            <a:off x="4970106" y="1922106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A7F24F-C9CC-81A5-5510-893A8FB1F4A0}"/>
              </a:ext>
            </a:extLst>
          </p:cNvPr>
          <p:cNvCxnSpPr/>
          <p:nvPr/>
        </p:nvCxnSpPr>
        <p:spPr>
          <a:xfrm>
            <a:off x="6599727" y="1922106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BE41297-8D10-CBD6-4ECA-4730C5F36D05}"/>
              </a:ext>
            </a:extLst>
          </p:cNvPr>
          <p:cNvCxnSpPr/>
          <p:nvPr/>
        </p:nvCxnSpPr>
        <p:spPr>
          <a:xfrm>
            <a:off x="7548576" y="2572731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77701A-5902-7F31-6E62-2804C55CFEDD}"/>
              </a:ext>
            </a:extLst>
          </p:cNvPr>
          <p:cNvCxnSpPr/>
          <p:nvPr/>
        </p:nvCxnSpPr>
        <p:spPr>
          <a:xfrm>
            <a:off x="4743436" y="2572731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8E3D346-919A-4023-3DDC-02E3073740CE}"/>
              </a:ext>
            </a:extLst>
          </p:cNvPr>
          <p:cNvCxnSpPr/>
          <p:nvPr/>
        </p:nvCxnSpPr>
        <p:spPr>
          <a:xfrm>
            <a:off x="6703465" y="4489221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5AA2ACA2-3A75-B865-4672-1DA950A09473}"/>
              </a:ext>
            </a:extLst>
          </p:cNvPr>
          <p:cNvCxnSpPr/>
          <p:nvPr/>
        </p:nvCxnSpPr>
        <p:spPr>
          <a:xfrm>
            <a:off x="3613810" y="4515436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29F2AB0-5555-8AC8-6257-9504D8DD7810}"/>
              </a:ext>
            </a:extLst>
          </p:cNvPr>
          <p:cNvCxnSpPr/>
          <p:nvPr/>
        </p:nvCxnSpPr>
        <p:spPr>
          <a:xfrm>
            <a:off x="4672419" y="5142999"/>
            <a:ext cx="385791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596779A-1B20-93EA-D3FC-65617120D5C3}"/>
              </a:ext>
            </a:extLst>
          </p:cNvPr>
          <p:cNvCxnSpPr/>
          <p:nvPr/>
        </p:nvCxnSpPr>
        <p:spPr>
          <a:xfrm flipH="1">
            <a:off x="3619174" y="2579188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3B4D92F-11B7-CBAA-06A0-ED02B25FC5EE}"/>
              </a:ext>
            </a:extLst>
          </p:cNvPr>
          <p:cNvCxnSpPr/>
          <p:nvPr/>
        </p:nvCxnSpPr>
        <p:spPr>
          <a:xfrm flipH="1">
            <a:off x="6639085" y="2585593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0AEC5CE-48FA-8651-ECF1-25AB7BEE1380}"/>
              </a:ext>
            </a:extLst>
          </p:cNvPr>
          <p:cNvCxnSpPr/>
          <p:nvPr/>
        </p:nvCxnSpPr>
        <p:spPr>
          <a:xfrm flipH="1">
            <a:off x="6831981" y="5137513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D554D43-9BA1-A570-B149-B9C78F320387}"/>
              </a:ext>
            </a:extLst>
          </p:cNvPr>
          <p:cNvCxnSpPr/>
          <p:nvPr/>
        </p:nvCxnSpPr>
        <p:spPr>
          <a:xfrm flipH="1">
            <a:off x="4874207" y="4496899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D6D7753-C2BF-035B-D479-0E08F1DC390F}"/>
              </a:ext>
            </a:extLst>
          </p:cNvPr>
          <p:cNvCxnSpPr/>
          <p:nvPr/>
        </p:nvCxnSpPr>
        <p:spPr>
          <a:xfrm flipH="1">
            <a:off x="7895621" y="4489220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23B9BD1-A5E5-A90B-6B5B-BA30C2068186}"/>
              </a:ext>
            </a:extLst>
          </p:cNvPr>
          <p:cNvCxnSpPr/>
          <p:nvPr/>
        </p:nvCxnSpPr>
        <p:spPr>
          <a:xfrm flipH="1">
            <a:off x="3013256" y="3230218"/>
            <a:ext cx="30707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2DB60F0-1E3E-B812-ABB2-AB119247792C}"/>
              </a:ext>
            </a:extLst>
          </p:cNvPr>
          <p:cNvCxnSpPr/>
          <p:nvPr/>
        </p:nvCxnSpPr>
        <p:spPr>
          <a:xfrm>
            <a:off x="3465106" y="3230218"/>
            <a:ext cx="0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6DD22C2-6ABF-0CF8-B340-1CA5DAAECBE8}"/>
              </a:ext>
            </a:extLst>
          </p:cNvPr>
          <p:cNvCxnSpPr/>
          <p:nvPr/>
        </p:nvCxnSpPr>
        <p:spPr>
          <a:xfrm flipH="1">
            <a:off x="4067603" y="3230218"/>
            <a:ext cx="675833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E261270-7FC5-4D01-0914-F1DAD2CD1AEE}"/>
              </a:ext>
            </a:extLst>
          </p:cNvPr>
          <p:cNvCxnSpPr/>
          <p:nvPr/>
        </p:nvCxnSpPr>
        <p:spPr>
          <a:xfrm flipH="1">
            <a:off x="4616222" y="3230218"/>
            <a:ext cx="441988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BAE089F7-73BB-50EF-1783-5908D2E67DD9}"/>
              </a:ext>
            </a:extLst>
          </p:cNvPr>
          <p:cNvCxnSpPr/>
          <p:nvPr/>
        </p:nvCxnSpPr>
        <p:spPr>
          <a:xfrm flipH="1">
            <a:off x="5181281" y="3230218"/>
            <a:ext cx="163229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742B2BB-2A9B-A030-2856-53821F18F546}"/>
              </a:ext>
            </a:extLst>
          </p:cNvPr>
          <p:cNvCxnSpPr/>
          <p:nvPr/>
        </p:nvCxnSpPr>
        <p:spPr>
          <a:xfrm>
            <a:off x="2974428" y="3862552"/>
            <a:ext cx="192365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C13AAA4-0B0E-B4DC-F837-18EC09826AF3}"/>
              </a:ext>
            </a:extLst>
          </p:cNvPr>
          <p:cNvCxnSpPr>
            <a:cxnSpLocks/>
          </p:cNvCxnSpPr>
          <p:nvPr/>
        </p:nvCxnSpPr>
        <p:spPr>
          <a:xfrm>
            <a:off x="3389011" y="3840003"/>
            <a:ext cx="0" cy="206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E983E51F-0873-42F0-4C2A-BE2D0721A62A}"/>
              </a:ext>
            </a:extLst>
          </p:cNvPr>
          <p:cNvCxnSpPr/>
          <p:nvPr/>
        </p:nvCxnSpPr>
        <p:spPr>
          <a:xfrm>
            <a:off x="3999601" y="3862552"/>
            <a:ext cx="405918" cy="201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ACF7303-69D4-B8D6-45F1-8E794B51493A}"/>
              </a:ext>
            </a:extLst>
          </p:cNvPr>
          <p:cNvCxnSpPr/>
          <p:nvPr/>
        </p:nvCxnSpPr>
        <p:spPr>
          <a:xfrm>
            <a:off x="4505077" y="3862552"/>
            <a:ext cx="111145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2287084-99E0-83BE-CD0E-437F214E55B3}"/>
              </a:ext>
            </a:extLst>
          </p:cNvPr>
          <p:cNvCxnSpPr/>
          <p:nvPr/>
        </p:nvCxnSpPr>
        <p:spPr>
          <a:xfrm>
            <a:off x="5058210" y="3862552"/>
            <a:ext cx="0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3656D2D-0706-9F5F-D053-E4AC7F709FF4}"/>
              </a:ext>
            </a:extLst>
          </p:cNvPr>
          <p:cNvCxnSpPr/>
          <p:nvPr/>
        </p:nvCxnSpPr>
        <p:spPr>
          <a:xfrm>
            <a:off x="6515025" y="3230218"/>
            <a:ext cx="124060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5065B38-7B22-4A30-560C-FB7413F3BA93}"/>
              </a:ext>
            </a:extLst>
          </p:cNvPr>
          <p:cNvCxnSpPr/>
          <p:nvPr/>
        </p:nvCxnSpPr>
        <p:spPr>
          <a:xfrm>
            <a:off x="6703465" y="3230218"/>
            <a:ext cx="43058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0CC46CD-3674-747A-BE7D-5ADA0688E75D}"/>
              </a:ext>
            </a:extLst>
          </p:cNvPr>
          <p:cNvCxnSpPr/>
          <p:nvPr/>
        </p:nvCxnSpPr>
        <p:spPr>
          <a:xfrm flipH="1">
            <a:off x="7895621" y="3230218"/>
            <a:ext cx="84054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E2CF37B-4FA5-B8CA-E814-D9B4CB6709F8}"/>
              </a:ext>
            </a:extLst>
          </p:cNvPr>
          <p:cNvCxnSpPr/>
          <p:nvPr/>
        </p:nvCxnSpPr>
        <p:spPr>
          <a:xfrm>
            <a:off x="8245366" y="3230218"/>
            <a:ext cx="68549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5F2E5D75-37CD-CF66-A129-CD12EF0E3692}"/>
              </a:ext>
            </a:extLst>
          </p:cNvPr>
          <p:cNvCxnSpPr/>
          <p:nvPr/>
        </p:nvCxnSpPr>
        <p:spPr>
          <a:xfrm>
            <a:off x="8513999" y="3230218"/>
            <a:ext cx="378672" cy="16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1BD17A56-3D04-09B4-C6DD-D187DA7AE788}"/>
              </a:ext>
            </a:extLst>
          </p:cNvPr>
          <p:cNvCxnSpPr/>
          <p:nvPr/>
        </p:nvCxnSpPr>
        <p:spPr>
          <a:xfrm flipH="1">
            <a:off x="6703465" y="3862552"/>
            <a:ext cx="51914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5551944-F3A8-C891-2340-75A1A9ABE518}"/>
              </a:ext>
            </a:extLst>
          </p:cNvPr>
          <p:cNvCxnSpPr/>
          <p:nvPr/>
        </p:nvCxnSpPr>
        <p:spPr>
          <a:xfrm flipH="1">
            <a:off x="6831981" y="3862552"/>
            <a:ext cx="404391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E2618C59-DFB0-69D1-AEB0-71B4C74741D8}"/>
              </a:ext>
            </a:extLst>
          </p:cNvPr>
          <p:cNvCxnSpPr/>
          <p:nvPr/>
        </p:nvCxnSpPr>
        <p:spPr>
          <a:xfrm>
            <a:off x="7824023" y="3862552"/>
            <a:ext cx="71598" cy="183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DA2AA7DD-BB08-8AB5-E158-B5C29F4DF1D3}"/>
              </a:ext>
            </a:extLst>
          </p:cNvPr>
          <p:cNvCxnSpPr>
            <a:cxnSpLocks/>
          </p:cNvCxnSpPr>
          <p:nvPr/>
        </p:nvCxnSpPr>
        <p:spPr>
          <a:xfrm flipH="1">
            <a:off x="8223149" y="3836751"/>
            <a:ext cx="112981" cy="203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307EF9BC-1FB8-8BD1-2441-38C538A15E8A}"/>
              </a:ext>
            </a:extLst>
          </p:cNvPr>
          <p:cNvCxnSpPr/>
          <p:nvPr/>
        </p:nvCxnSpPr>
        <p:spPr>
          <a:xfrm flipH="1">
            <a:off x="8675331" y="3862552"/>
            <a:ext cx="217340" cy="14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1D088B-7596-6B3E-45E5-7314D2AEFFBA}"/>
              </a:ext>
            </a:extLst>
          </p:cNvPr>
          <p:cNvSpPr txBox="1"/>
          <p:nvPr/>
        </p:nvSpPr>
        <p:spPr>
          <a:xfrm>
            <a:off x="1430404" y="1842231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divide</a:t>
            </a:r>
            <a:endParaRPr kumimoji="1"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86BC06-8FE3-4503-59B0-9D631730D573}"/>
              </a:ext>
            </a:extLst>
          </p:cNvPr>
          <p:cNvSpPr txBox="1"/>
          <p:nvPr/>
        </p:nvSpPr>
        <p:spPr>
          <a:xfrm>
            <a:off x="1430404" y="2490141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divide</a:t>
            </a:r>
            <a:endParaRPr kumimoji="1"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7E500-4781-32A6-113E-66BF13B6B4E9}"/>
              </a:ext>
            </a:extLst>
          </p:cNvPr>
          <p:cNvSpPr txBox="1"/>
          <p:nvPr/>
        </p:nvSpPr>
        <p:spPr>
          <a:xfrm>
            <a:off x="1430404" y="3136618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divide</a:t>
            </a:r>
            <a:endParaRPr kumimoji="1"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60FD1B-C66E-8BC2-3C9E-44D1CA701234}"/>
              </a:ext>
            </a:extLst>
          </p:cNvPr>
          <p:cNvSpPr txBox="1"/>
          <p:nvPr/>
        </p:nvSpPr>
        <p:spPr>
          <a:xfrm>
            <a:off x="1370286" y="3781659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 err="1"/>
              <a:t>conque</a:t>
            </a:r>
            <a:endParaRPr kumimoji="1"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1F60C9-AC93-90BA-1977-AD03726B1257}"/>
              </a:ext>
            </a:extLst>
          </p:cNvPr>
          <p:cNvSpPr txBox="1"/>
          <p:nvPr/>
        </p:nvSpPr>
        <p:spPr>
          <a:xfrm>
            <a:off x="1370286" y="4398376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 err="1"/>
              <a:t>conque</a:t>
            </a:r>
            <a:endParaRPr kumimoji="1"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6F4960-42AF-7B30-AFFA-F5D62D269164}"/>
              </a:ext>
            </a:extLst>
          </p:cNvPr>
          <p:cNvSpPr txBox="1"/>
          <p:nvPr/>
        </p:nvSpPr>
        <p:spPr>
          <a:xfrm>
            <a:off x="1381794" y="5015093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 err="1"/>
              <a:t>conque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4042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99</Words>
  <Application>Microsoft Macintosh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2</cp:revision>
  <dcterms:created xsi:type="dcterms:W3CDTF">2026-08-24T04:33:43Z</dcterms:created>
  <dcterms:modified xsi:type="dcterms:W3CDTF">2026-08-24T04:55:56Z</dcterms:modified>
</cp:coreProperties>
</file>