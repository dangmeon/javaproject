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8E170-3980-4D5B-6BF3-76BC376FC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1A1111-2AE8-C48F-A202-4DC1FC52B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D33AA-C962-239D-CD25-392D4958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7AF44F-D20A-4C89-5BF3-E837C292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B833D-D9F7-F253-8BA0-919F7F93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606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31898-4721-2A2D-F396-A4E34634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A14D2-EC3B-5D4B-53A8-52EE42E26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5E85F-8886-358F-BE8F-DC4351A1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D7461-4005-7F2D-D3E6-1E7F4B20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F70AAE-7870-8895-E34F-A10E99B6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471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EEB61-7E48-E187-9265-129C95D1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EB103-81DD-9085-113B-FD24670C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B78B4-5558-ED87-CCCA-C27D4D05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38B4F-AB29-8B9D-20DF-9AC8B147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16C483-81AC-F229-FF89-83FDA677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54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604D1-4B4F-C1A2-2BDC-94CC093A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F5D374-781E-33AC-C33A-F52A6B736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F8192D-7A1A-5D9D-D47C-976803A11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68C32F-436E-529D-571B-FE58AA1C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E91C9E-24AA-F774-0B3E-A6041538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EA1853-EE5E-ED2E-DE88-FA301CE8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2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F04F6-383B-EBE1-8925-4E784A64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95BCB5-01D9-8A95-B21F-D6B62EBA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D6F035-E368-AC56-20A0-FE6C05093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90E277-CB96-20F8-004F-B01683827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42B436-8CC8-D0FB-73F9-454360419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1F221D-6B93-CDE0-B101-819F2795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31A6B1-60A3-3B76-84FD-580602DB8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3BEA12-40AD-FD6C-D1DE-2A7BD84D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036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3D45E-64EF-F712-4B90-53352F41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2B3137-39C8-14AC-0756-35CCCB6C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5F80D-517F-E514-E784-A811E361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2A042F-4DBE-1219-519C-665A233E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971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9C4D25-9A87-782B-D1B6-F129B7BA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55135B9-CA1B-8279-145E-49F798E9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936AFB-3F27-B4EE-ADEE-96E4B697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94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591D8-2004-492B-AA36-4847A28E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348B62-01D4-D069-6679-AA1A14012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EA9447-0B16-D791-C7BE-0F22A6764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D1F266-5844-D884-A9B8-AA694C29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16181F-6514-5168-8E6B-2E12F022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F606B3-D21D-3DE8-32DA-0679547B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869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6DE86-8542-9865-5D78-1A77B3C5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051195-10AB-E6C0-86B4-798EFCB7B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B2094F-D074-2277-E163-4DABB285A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FEA4CB-B727-87F7-ED1D-07F5DED6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CA2D73-519E-6CF3-7380-06228746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BFF8EE-3662-0098-E059-177F28E4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119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44799-3888-46CF-47FC-9123D677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F34694-DD75-B515-78C3-8EDB5D4E5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BA557D-27B1-6F70-CAB2-1A90DC2B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9692F-1D0E-6958-4A11-74EF6B60C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81C41F-1655-4ABF-E471-3EFACF07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1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A6D1D7-F7D4-4E7F-9010-BDF5A3D10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2B6E90-C155-872D-EDBD-289AB7583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39255-7C7E-F237-39FD-580408FA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0845B5-1044-EFC6-9A30-DC57B188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40780-12E8-B409-387B-ACAB1F08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108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93A717-CC1F-BC0E-883C-18FD6243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26F6F0-9DD1-5C99-BA14-09D4AE4B0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0ED1BA-5128-ADEE-E0F0-68849ECC6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98D16-900C-464C-9453-78B8EF290642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B9F76C-5465-E2D6-215B-EB5696D8F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5DD276-D5E8-4B4F-277D-C1E53791D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04324-5BC2-924C-ABB8-2140C82F4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414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92CA9-1EFA-10CB-8407-7B3E07CA2B16}"/>
              </a:ext>
            </a:extLst>
          </p:cNvPr>
          <p:cNvSpPr txBox="1"/>
          <p:nvPr/>
        </p:nvSpPr>
        <p:spPr>
          <a:xfrm>
            <a:off x="202019" y="18075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선택정렬연습문제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B9FFE-55C4-8A1C-63C7-11D2BD4B2B93}"/>
              </a:ext>
            </a:extLst>
          </p:cNvPr>
          <p:cNvSpPr txBox="1"/>
          <p:nvPr/>
        </p:nvSpPr>
        <p:spPr>
          <a:xfrm>
            <a:off x="202019" y="550086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8</a:t>
            </a:r>
            <a:r>
              <a:rPr kumimoji="1" lang="ko-KR" altLang="en-US" dirty="0"/>
              <a:t> </a:t>
            </a:r>
            <a:r>
              <a:rPr kumimoji="1" lang="en-US" altLang="ko-KR" dirty="0"/>
              <a:t>,1,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7</a:t>
            </a:r>
            <a:endParaRPr kumimoji="1" lang="ko-KR" altLang="en-US" dirty="0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048A8DBF-90AC-6FAF-A22B-9511A57C51FB}"/>
              </a:ext>
            </a:extLst>
          </p:cNvPr>
          <p:cNvGrpSpPr/>
          <p:nvPr/>
        </p:nvGrpSpPr>
        <p:grpSpPr>
          <a:xfrm>
            <a:off x="2573476" y="496923"/>
            <a:ext cx="7164832" cy="6186311"/>
            <a:chOff x="2573476" y="496923"/>
            <a:chExt cx="7164832" cy="618631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5B1E7D7-6F0C-99B4-F4F8-8614E10792C9}"/>
                </a:ext>
              </a:extLst>
            </p:cNvPr>
            <p:cNvGrpSpPr/>
            <p:nvPr/>
          </p:nvGrpSpPr>
          <p:grpSpPr>
            <a:xfrm>
              <a:off x="2573476" y="496923"/>
              <a:ext cx="7054666" cy="5539980"/>
              <a:chOff x="2573476" y="1289879"/>
              <a:chExt cx="7054666" cy="553998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CBC5BE-7694-DE9D-8E34-628CC296CE99}"/>
                  </a:ext>
                </a:extLst>
              </p:cNvPr>
              <p:cNvSpPr txBox="1"/>
              <p:nvPr/>
            </p:nvSpPr>
            <p:spPr>
              <a:xfrm>
                <a:off x="3806192" y="1289879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/>
                  <a:t>초기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DAD320-4242-6E45-5F7D-BAE46731A351}"/>
                  </a:ext>
                </a:extLst>
              </p:cNvPr>
              <p:cNvSpPr txBox="1"/>
              <p:nvPr/>
            </p:nvSpPr>
            <p:spPr>
              <a:xfrm>
                <a:off x="5063110" y="1289879"/>
                <a:ext cx="2170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solidFill>
                      <a:schemeClr val="accent1"/>
                    </a:solidFill>
                  </a:rPr>
                  <a:t>5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3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8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1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2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7</a:t>
                </a:r>
                <a:endParaRPr kumimoji="1" lang="ko-KR" altLang="en-US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71C91DF-28F5-4258-D623-4445C317D5F3}"/>
                  </a:ext>
                </a:extLst>
              </p:cNvPr>
              <p:cNvGrpSpPr/>
              <p:nvPr/>
            </p:nvGrpSpPr>
            <p:grpSpPr>
              <a:xfrm>
                <a:off x="2573476" y="1659211"/>
                <a:ext cx="7054666" cy="1846660"/>
                <a:chOff x="2721938" y="1647146"/>
                <a:chExt cx="7054666" cy="1846660"/>
              </a:xfrm>
            </p:grpSpPr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18966E9B-6CC8-090C-4CB4-63A910C0BD47}"/>
                    </a:ext>
                  </a:extLst>
                </p:cNvPr>
                <p:cNvGrpSpPr/>
                <p:nvPr/>
              </p:nvGrpSpPr>
              <p:grpSpPr>
                <a:xfrm>
                  <a:off x="2721938" y="1647146"/>
                  <a:ext cx="7054666" cy="369332"/>
                  <a:chOff x="2721938" y="1647146"/>
                  <a:chExt cx="7054666" cy="369332"/>
                </a:xfrm>
              </p:grpSpPr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7AA136F5-D904-AEA4-9AB7-135489FBACD5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41959D67-735E-0534-EBAF-73ADA8D4CDA9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라운드</a:t>
                    </a:r>
                    <a:endParaRPr kumimoji="1" lang="en-US" altLang="ko-KR" dirty="0"/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7E628503-4098-5A25-489E-92318CAB0EDE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777CEF5D-9AA0-CFF7-6985-F1B4261252AB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46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/</a:t>
                    </a:r>
                    <a:r>
                      <a:rPr kumimoji="1" lang="ko-KR" altLang="en-US" dirty="0"/>
                      <a:t>교환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AEE99C7C-202A-AD13-BEF2-9A1937A02FC4}"/>
                    </a:ext>
                  </a:extLst>
                </p:cNvPr>
                <p:cNvGrpSpPr/>
                <p:nvPr/>
              </p:nvGrpSpPr>
              <p:grpSpPr>
                <a:xfrm>
                  <a:off x="2721938" y="2016478"/>
                  <a:ext cx="6501630" cy="369332"/>
                  <a:chOff x="2721938" y="1647146"/>
                  <a:chExt cx="6501630" cy="369332"/>
                </a:xfrm>
              </p:grpSpPr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2D1A66F7-9E07-D95D-2095-C76CDC33B942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E4E3219-8B48-147D-E212-9150ED144372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CD92C2A9-FE05-6A4D-FFF8-EF8035D48DFB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EC5A62CB-1A89-854C-9350-978BCCFF09F8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2939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과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비교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F5845AEA-1581-847F-7DD1-4B778C91067E}"/>
                    </a:ext>
                  </a:extLst>
                </p:cNvPr>
                <p:cNvGrpSpPr/>
                <p:nvPr/>
              </p:nvGrpSpPr>
              <p:grpSpPr>
                <a:xfrm>
                  <a:off x="2721938" y="2385810"/>
                  <a:ext cx="7054666" cy="369332"/>
                  <a:chOff x="2721938" y="1647146"/>
                  <a:chExt cx="7054666" cy="369332"/>
                </a:xfrm>
              </p:grpSpPr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159F552-C9B7-6992-977B-6998AC6643A1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1B414289-12C6-0567-B421-E5997AC456AD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ED4844C-E841-E35B-94EF-929F19E25DDD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528A8AE-E3E8-9735-FB72-D65C88E4F6BF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46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과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/</a:t>
                    </a:r>
                    <a:r>
                      <a:rPr kumimoji="1" lang="ko-KR" altLang="en-US" dirty="0"/>
                      <a:t>교환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334963BB-2FD6-E6F9-56AF-2CC7AFD3B002}"/>
                    </a:ext>
                  </a:extLst>
                </p:cNvPr>
                <p:cNvGrpSpPr/>
                <p:nvPr/>
              </p:nvGrpSpPr>
              <p:grpSpPr>
                <a:xfrm>
                  <a:off x="2721938" y="2755142"/>
                  <a:ext cx="6501630" cy="369332"/>
                  <a:chOff x="2721938" y="1647146"/>
                  <a:chExt cx="6501630" cy="369332"/>
                </a:xfrm>
              </p:grpSpPr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71AC14DA-E516-B2E4-64C2-1CEF5400F42B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4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AAFDD758-3C6D-645F-15C4-68E139CF5CEA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E56A6B0-ECDE-A3E9-90E4-5CA45D37D047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97D24B3-4783-C789-051C-59F08E884D21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2939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과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비교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48" name="그룹 47">
                  <a:extLst>
                    <a:ext uri="{FF2B5EF4-FFF2-40B4-BE49-F238E27FC236}">
                      <a16:creationId xmlns:a16="http://schemas.microsoft.com/office/drawing/2014/main" id="{6952B175-636F-EAD2-B635-51DB2A0AC137}"/>
                    </a:ext>
                  </a:extLst>
                </p:cNvPr>
                <p:cNvGrpSpPr/>
                <p:nvPr/>
              </p:nvGrpSpPr>
              <p:grpSpPr>
                <a:xfrm>
                  <a:off x="2721938" y="3124474"/>
                  <a:ext cx="6501630" cy="369332"/>
                  <a:chOff x="2721938" y="1647146"/>
                  <a:chExt cx="6501630" cy="369332"/>
                </a:xfrm>
              </p:grpSpPr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22F755E-0AD2-83E4-4D3C-8DF853BA8AC8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5B74C96-90A1-7BD1-C9D1-3E0D98FC0C9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5F6882A6-D807-E2C3-C85C-DBD9DA4EF4EF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7</a:t>
                    </a:r>
                    <a:endParaRPr kumimoji="1" lang="ko-KR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3AD52B5A-B4BA-643C-9FC6-FF9C4308675C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2939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과 </a:t>
                    </a:r>
                    <a:r>
                      <a:rPr kumimoji="1" lang="en-US" altLang="ko-KR" dirty="0"/>
                      <a:t>7</a:t>
                    </a:r>
                    <a:r>
                      <a:rPr kumimoji="1" lang="ko-KR" altLang="en-US" dirty="0"/>
                      <a:t> 비교</a:t>
                    </a:r>
                    <a:endParaRPr kumimoji="1" lang="en-US" altLang="ko-KR" dirty="0"/>
                  </a:p>
                </p:txBody>
              </p:sp>
            </p:grp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6DDB46AC-8631-781D-81EB-C3253B4FB18C}"/>
                  </a:ext>
                </a:extLst>
              </p:cNvPr>
              <p:cNvGrpSpPr/>
              <p:nvPr/>
            </p:nvGrpSpPr>
            <p:grpSpPr>
              <a:xfrm>
                <a:off x="2573476" y="3505871"/>
                <a:ext cx="7054666" cy="1846660"/>
                <a:chOff x="2721938" y="1647146"/>
                <a:chExt cx="7054666" cy="1846660"/>
              </a:xfrm>
            </p:grpSpPr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8176525A-0A51-B990-F85B-F5ED6422E2BF}"/>
                    </a:ext>
                  </a:extLst>
                </p:cNvPr>
                <p:cNvGrpSpPr/>
                <p:nvPr/>
              </p:nvGrpSpPr>
              <p:grpSpPr>
                <a:xfrm>
                  <a:off x="2721938" y="1647146"/>
                  <a:ext cx="6501630" cy="369332"/>
                  <a:chOff x="2721938" y="1647146"/>
                  <a:chExt cx="6501630" cy="369332"/>
                </a:xfrm>
              </p:grpSpPr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BEC61029-31F0-8511-5CB0-8429F3ABEA87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85C271A-7D08-EB19-89B4-A05196C500B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라운드</a:t>
                    </a:r>
                    <a:endParaRPr kumimoji="1" lang="en-US" altLang="ko-KR" dirty="0"/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DDEE1537-0836-65BA-6F94-AFC0661F797C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3E07491-1170-E892-5D61-359C4ECF77DF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2939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비교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D08CA35F-B492-8E48-63FF-5F9AEB34592A}"/>
                    </a:ext>
                  </a:extLst>
                </p:cNvPr>
                <p:cNvGrpSpPr/>
                <p:nvPr/>
              </p:nvGrpSpPr>
              <p:grpSpPr>
                <a:xfrm>
                  <a:off x="2721938" y="2016478"/>
                  <a:ext cx="7054666" cy="369332"/>
                  <a:chOff x="2721938" y="1647146"/>
                  <a:chExt cx="7054666" cy="369332"/>
                </a:xfrm>
              </p:grpSpPr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CF6998E-3A51-AB89-CEAE-E77A483BD383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8D26183-3CB6-8193-DEFC-7934D6B1EDF8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652DB1-738F-EA97-866B-3CEC83057EB5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C132AEF-5324-FBE4-3FD5-900EFB523D53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46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/</a:t>
                    </a:r>
                    <a:r>
                      <a:rPr kumimoji="1" lang="ko-KR" altLang="en-US" dirty="0"/>
                      <a:t>교환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F57256A9-C3A7-26F1-6063-FB3B53A366D4}"/>
                    </a:ext>
                  </a:extLst>
                </p:cNvPr>
                <p:cNvGrpSpPr/>
                <p:nvPr/>
              </p:nvGrpSpPr>
              <p:grpSpPr>
                <a:xfrm>
                  <a:off x="2721938" y="2385810"/>
                  <a:ext cx="7054666" cy="369332"/>
                  <a:chOff x="2721938" y="1647146"/>
                  <a:chExt cx="7054666" cy="369332"/>
                </a:xfrm>
              </p:grpSpPr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83E9E808-B7E3-C6FE-9193-5A99820EAC7C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688A5F04-BED6-7F5E-F19F-579F4BFAF73A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111F99D-1FE1-588F-70B0-740CFC28E691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2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7DD2793-CEE6-7B86-29CC-9262F05BF4FA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46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/</a:t>
                    </a:r>
                    <a:r>
                      <a:rPr kumimoji="1" lang="ko-KR" altLang="en-US" dirty="0"/>
                      <a:t>교환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AB54728C-7D61-840A-7D0C-21A4A3483528}"/>
                    </a:ext>
                  </a:extLst>
                </p:cNvPr>
                <p:cNvGrpSpPr/>
                <p:nvPr/>
              </p:nvGrpSpPr>
              <p:grpSpPr>
                <a:xfrm>
                  <a:off x="2721938" y="2755142"/>
                  <a:ext cx="6501630" cy="369332"/>
                  <a:chOff x="2721938" y="1647146"/>
                  <a:chExt cx="6501630" cy="369332"/>
                </a:xfrm>
              </p:grpSpPr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88C8F89-1E56-80C9-2FAA-ED24A1EF67AF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4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56DAC5B-9902-6878-D532-FF91706E3E99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3B06C8E-E202-3BF3-92DF-EC816D4F38A5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2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7</a:t>
                    </a:r>
                    <a:endParaRPr kumimoji="1" lang="ko-KR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B1022EB-875A-4A88-3E84-283647D5C2C6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2939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7</a:t>
                    </a:r>
                    <a:r>
                      <a:rPr kumimoji="1" lang="ko-KR" altLang="en-US" dirty="0"/>
                      <a:t> 비교</a:t>
                    </a:r>
                    <a:endParaRPr kumimoji="1" lang="en-US" altLang="ko-KR" dirty="0"/>
                  </a:p>
                </p:txBody>
              </p:sp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6969667-0444-AB89-00FD-8C576174A768}"/>
                    </a:ext>
                  </a:extLst>
                </p:cNvPr>
                <p:cNvSpPr txBox="1"/>
                <p:nvPr/>
              </p:nvSpPr>
              <p:spPr>
                <a:xfrm>
                  <a:off x="2721938" y="31244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54BFB709-5637-BA87-BFE3-770C3D790F49}"/>
                  </a:ext>
                </a:extLst>
              </p:cNvPr>
              <p:cNvGrpSpPr/>
              <p:nvPr/>
            </p:nvGrpSpPr>
            <p:grpSpPr>
              <a:xfrm>
                <a:off x="2573476" y="4983199"/>
                <a:ext cx="7054666" cy="1846660"/>
                <a:chOff x="2721938" y="1647146"/>
                <a:chExt cx="7054666" cy="1846660"/>
              </a:xfrm>
            </p:grpSpPr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FF93967E-ED1F-9E82-0EBA-9A696F894DB0}"/>
                    </a:ext>
                  </a:extLst>
                </p:cNvPr>
                <p:cNvGrpSpPr/>
                <p:nvPr/>
              </p:nvGrpSpPr>
              <p:grpSpPr>
                <a:xfrm>
                  <a:off x="2721938" y="1647146"/>
                  <a:ext cx="7054666" cy="369332"/>
                  <a:chOff x="2721938" y="1647146"/>
                  <a:chExt cx="7054666" cy="369332"/>
                </a:xfrm>
              </p:grpSpPr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EDB12B4-4DC7-4D77-64ED-AFBC9CC53197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33F329F-E0D3-234A-8B7C-746B4BAED244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라운드</a:t>
                    </a:r>
                    <a:endParaRPr kumimoji="1" lang="en-US" altLang="ko-KR" dirty="0"/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C6D61D4-5ACD-3F79-C78B-66A514F15D4C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C04A17C-1F6C-6CEF-2BDA-9A5877ED50AA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46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/</a:t>
                    </a:r>
                    <a:r>
                      <a:rPr kumimoji="1" lang="ko-KR" altLang="en-US" dirty="0"/>
                      <a:t>교환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EE82964B-9DC6-381D-A6D7-C3DEB2C729FC}"/>
                    </a:ext>
                  </a:extLst>
                </p:cNvPr>
                <p:cNvGrpSpPr/>
                <p:nvPr/>
              </p:nvGrpSpPr>
              <p:grpSpPr>
                <a:xfrm>
                  <a:off x="2721938" y="2016478"/>
                  <a:ext cx="7054666" cy="369332"/>
                  <a:chOff x="2721938" y="1647146"/>
                  <a:chExt cx="7054666" cy="369332"/>
                </a:xfrm>
              </p:grpSpPr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4B8B44A-1512-AEE3-F29E-DB2263389487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AE9CD8B-2922-C6A6-9034-A68C66B78D2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8E55D155-462C-8A2B-3112-3435E24F51EC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463E5CF-9518-26ED-A922-F00FB16B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469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/</a:t>
                    </a:r>
                    <a:r>
                      <a:rPr kumimoji="1" lang="ko-KR" altLang="en-US" dirty="0"/>
                      <a:t>교환</a:t>
                    </a:r>
                    <a:endParaRPr kumimoji="1" lang="en-US" altLang="ko-KR" dirty="0"/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BF2EF8D-BCC0-0CE6-A454-98BE6DB12C0E}"/>
                    </a:ext>
                  </a:extLst>
                </p:cNvPr>
                <p:cNvSpPr txBox="1"/>
                <p:nvPr/>
              </p:nvSpPr>
              <p:spPr>
                <a:xfrm>
                  <a:off x="2721938" y="238581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955B013-D2A7-63C0-B678-7AF6E131A96E}"/>
                    </a:ext>
                  </a:extLst>
                </p:cNvPr>
                <p:cNvSpPr txBox="1"/>
                <p:nvPr/>
              </p:nvSpPr>
              <p:spPr>
                <a:xfrm>
                  <a:off x="2721938" y="2755142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6AC88D5-A8DB-9ACC-3EF6-BCCCA3BCA77B}"/>
                    </a:ext>
                  </a:extLst>
                </p:cNvPr>
                <p:cNvSpPr txBox="1"/>
                <p:nvPr/>
              </p:nvSpPr>
              <p:spPr>
                <a:xfrm>
                  <a:off x="2721938" y="31244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</p:grp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0B05759-07D6-B345-FD0B-BB9AC9DECB4E}"/>
                </a:ext>
              </a:extLst>
            </p:cNvPr>
            <p:cNvSpPr txBox="1"/>
            <p:nvPr/>
          </p:nvSpPr>
          <p:spPr>
            <a:xfrm>
              <a:off x="3742872" y="4928907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단계</a:t>
              </a:r>
              <a:endParaRPr kumimoji="1" lang="en-US" altLang="ko-KR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5304044-F7B7-BD2A-31A1-39B10A09DD0A}"/>
                </a:ext>
              </a:extLst>
            </p:cNvPr>
            <p:cNvSpPr txBox="1"/>
            <p:nvPr/>
          </p:nvSpPr>
          <p:spPr>
            <a:xfrm>
              <a:off x="5063109" y="4928907"/>
              <a:ext cx="2170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9386A6A-1EE4-2A30-F3B1-F715B176B74B}"/>
                </a:ext>
              </a:extLst>
            </p:cNvPr>
            <p:cNvSpPr txBox="1"/>
            <p:nvPr/>
          </p:nvSpPr>
          <p:spPr>
            <a:xfrm>
              <a:off x="7781162" y="4928907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과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비교</a:t>
              </a:r>
              <a:endParaRPr kumimoji="1" lang="en-US" altLang="ko-KR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1AF0B40-CA2D-1C16-B791-E4AD0327CE9C}"/>
                </a:ext>
              </a:extLst>
            </p:cNvPr>
            <p:cNvSpPr txBox="1"/>
            <p:nvPr/>
          </p:nvSpPr>
          <p:spPr>
            <a:xfrm>
              <a:off x="2573476" y="5298239"/>
              <a:ext cx="1003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</a:t>
              </a:r>
              <a:r>
                <a:rPr kumimoji="1" lang="ko-KR" altLang="en-US" dirty="0"/>
                <a:t>라운드</a:t>
              </a:r>
              <a:endParaRPr kumimoji="1" lang="en-US" altLang="ko-KR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859F52B-0734-9423-48C4-CF0912706C7A}"/>
                </a:ext>
              </a:extLst>
            </p:cNvPr>
            <p:cNvSpPr txBox="1"/>
            <p:nvPr/>
          </p:nvSpPr>
          <p:spPr>
            <a:xfrm>
              <a:off x="3738058" y="5298239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단계</a:t>
              </a:r>
              <a:endParaRPr kumimoji="1" lang="en-US" altLang="ko-KR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B24E2F-4704-7EE3-4D45-C6B3413901BC}"/>
                </a:ext>
              </a:extLst>
            </p:cNvPr>
            <p:cNvSpPr txBox="1"/>
            <p:nvPr/>
          </p:nvSpPr>
          <p:spPr>
            <a:xfrm>
              <a:off x="5063109" y="5298239"/>
              <a:ext cx="2170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7</a:t>
              </a:r>
              <a:endParaRPr kumimoji="1" lang="ko-KR" alt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0356066-9023-AB56-0E21-0FA5C2D7089B}"/>
                </a:ext>
              </a:extLst>
            </p:cNvPr>
            <p:cNvSpPr txBox="1"/>
            <p:nvPr/>
          </p:nvSpPr>
          <p:spPr>
            <a:xfrm>
              <a:off x="7809575" y="5298239"/>
              <a:ext cx="1928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5</a:t>
              </a:r>
              <a:r>
                <a:rPr kumimoji="1" lang="ko-KR" altLang="en-US" dirty="0"/>
                <a:t>와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비교</a:t>
              </a:r>
              <a:r>
                <a:rPr kumimoji="1" lang="en-US" altLang="ko-KR" dirty="0"/>
                <a:t>/</a:t>
              </a:r>
              <a:r>
                <a:rPr kumimoji="1" lang="ko-KR" altLang="en-US" dirty="0"/>
                <a:t> 교환</a:t>
              </a:r>
              <a:endParaRPr kumimoji="1" lang="en-US" altLang="ko-KR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B6ADD85-511E-CC7C-6BD3-FBFFAC0093A2}"/>
                </a:ext>
              </a:extLst>
            </p:cNvPr>
            <p:cNvSpPr txBox="1"/>
            <p:nvPr/>
          </p:nvSpPr>
          <p:spPr>
            <a:xfrm>
              <a:off x="3738057" y="5667571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2</a:t>
              </a:r>
              <a:r>
                <a:rPr kumimoji="1" lang="ko-KR" altLang="en-US" dirty="0"/>
                <a:t>단계</a:t>
              </a:r>
              <a:endParaRPr kumimoji="1" lang="en-US" altLang="ko-KR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1047204-53BF-8CA7-AF64-DB35730F5239}"/>
                </a:ext>
              </a:extLst>
            </p:cNvPr>
            <p:cNvSpPr txBox="1"/>
            <p:nvPr/>
          </p:nvSpPr>
          <p:spPr>
            <a:xfrm>
              <a:off x="5063109" y="5667571"/>
              <a:ext cx="2170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6839D83-12D8-9E55-37D2-D45C4D683DE5}"/>
                </a:ext>
              </a:extLst>
            </p:cNvPr>
            <p:cNvSpPr txBox="1"/>
            <p:nvPr/>
          </p:nvSpPr>
          <p:spPr>
            <a:xfrm>
              <a:off x="7837988" y="5667571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5</a:t>
              </a:r>
              <a:r>
                <a:rPr kumimoji="1" lang="ko-KR" altLang="en-US" dirty="0"/>
                <a:t>와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비교</a:t>
              </a:r>
              <a:endParaRPr kumimoji="1" lang="en-US" altLang="ko-KR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D996461-64CC-D39C-0F76-C7A291D046EA}"/>
                </a:ext>
              </a:extLst>
            </p:cNvPr>
            <p:cNvSpPr txBox="1"/>
            <p:nvPr/>
          </p:nvSpPr>
          <p:spPr>
            <a:xfrm>
              <a:off x="2573476" y="6036903"/>
              <a:ext cx="1003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5</a:t>
              </a:r>
              <a:r>
                <a:rPr kumimoji="1" lang="ko-KR" altLang="en-US" dirty="0"/>
                <a:t>라운드</a:t>
              </a:r>
              <a:endParaRPr kumimoji="1" lang="en-US" altLang="ko-KR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0971FB7-06CB-C019-6E05-315AB11B3CE3}"/>
                </a:ext>
              </a:extLst>
            </p:cNvPr>
            <p:cNvSpPr txBox="1"/>
            <p:nvPr/>
          </p:nvSpPr>
          <p:spPr>
            <a:xfrm>
              <a:off x="3714895" y="6036903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단계</a:t>
              </a:r>
              <a:endParaRPr kumimoji="1" lang="en-US" altLang="ko-KR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335B53B-7F54-876D-6072-A3557BFAF44A}"/>
                </a:ext>
              </a:extLst>
            </p:cNvPr>
            <p:cNvSpPr txBox="1"/>
            <p:nvPr/>
          </p:nvSpPr>
          <p:spPr>
            <a:xfrm>
              <a:off x="5063109" y="6036903"/>
              <a:ext cx="2170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8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298F2EC-4BE8-A9F9-09C0-B43634ED5382}"/>
                </a:ext>
              </a:extLst>
            </p:cNvPr>
            <p:cNvSpPr txBox="1"/>
            <p:nvPr/>
          </p:nvSpPr>
          <p:spPr>
            <a:xfrm>
              <a:off x="7836480" y="6036903"/>
              <a:ext cx="18469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7</a:t>
              </a:r>
              <a:r>
                <a:rPr kumimoji="1" lang="ko-KR" altLang="en-US" dirty="0"/>
                <a:t>과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비교</a:t>
              </a:r>
              <a:r>
                <a:rPr kumimoji="1" lang="en-US" altLang="ko-KR" dirty="0"/>
                <a:t>/</a:t>
              </a:r>
              <a:r>
                <a:rPr kumimoji="1" lang="ko-KR" altLang="en-US" dirty="0"/>
                <a:t>교환</a:t>
              </a:r>
              <a:endParaRPr kumimoji="1" lang="en-US" altLang="ko-KR" dirty="0"/>
            </a:p>
            <a:p>
              <a:r>
                <a:rPr kumimoji="1" lang="en-US" altLang="ko-KR" dirty="0"/>
                <a:t>(</a:t>
              </a:r>
              <a:r>
                <a:rPr kumimoji="1" lang="ko-KR" altLang="en-US" dirty="0"/>
                <a:t>정렬 완료</a:t>
              </a:r>
              <a:r>
                <a:rPr kumimoji="1" lang="en-US" altLang="ko-KR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642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229</Words>
  <Application>Microsoft Macintosh PowerPoint</Application>
  <PresentationFormat>와이드스크린</PresentationFormat>
  <Paragraphs>55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2</cp:revision>
  <dcterms:created xsi:type="dcterms:W3CDTF">2026-08-21T01:18:56Z</dcterms:created>
  <dcterms:modified xsi:type="dcterms:W3CDTF">2026-08-21T01:47:05Z</dcterms:modified>
</cp:coreProperties>
</file>