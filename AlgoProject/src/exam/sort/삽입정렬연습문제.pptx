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97"/>
    <p:restoredTop sz="94444"/>
  </p:normalViewPr>
  <p:slideViewPr>
    <p:cSldViewPr snapToGrid="0">
      <p:cViewPr>
        <p:scale>
          <a:sx n="89" d="100"/>
          <a:sy n="89" d="100"/>
        </p:scale>
        <p:origin x="552" y="-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E272AC-FC9E-B498-DC6A-281873A742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D1CAE54-BC83-5DE3-06BF-8769711068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CF3BC35-D3BC-7387-C50F-4BF943BAF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3169F-0932-954D-B9F5-05ECF4557155}" type="datetimeFigureOut">
              <a:rPr kumimoji="1" lang="ko-KR" altLang="en-US" smtClean="0"/>
              <a:t>2026. 8. 21.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3A07B50-8DCD-7715-F27D-60D54697A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12EB0C9-94D5-D0B3-EA57-D9665A3A4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F914A-42DF-0C43-B804-702CFAA0452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237948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82A9B6-074E-A352-65F5-D66322B82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D9C566F-3019-3C93-36B7-BEC0AF0195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73788D5-6CF5-0EB8-15B0-8CCDE0834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3169F-0932-954D-B9F5-05ECF4557155}" type="datetimeFigureOut">
              <a:rPr kumimoji="1" lang="ko-KR" altLang="en-US" smtClean="0"/>
              <a:t>2026. 8. 21.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6D8C12B-72BD-3EC9-EFAD-2F4AE8AAD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F5ACB39-B3EA-BC98-3E98-79F1D82BC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F914A-42DF-0C43-B804-702CFAA0452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184873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2CC86E-2F7B-B168-32F6-CE05E4E77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B0D717F-5286-6C1D-77CB-90F3F9A1F1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DFDB410-8D6B-3425-080F-C6EAFFFEE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3169F-0932-954D-B9F5-05ECF4557155}" type="datetimeFigureOut">
              <a:rPr kumimoji="1" lang="ko-KR" altLang="en-US" smtClean="0"/>
              <a:t>2026. 8. 21.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FDB5A95-8196-97BC-3952-48AFCD94D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240E144-F56F-1295-21D9-1BD79F024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F914A-42DF-0C43-B804-702CFAA0452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615599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482202-C2D1-AAEA-E468-E59C7C5B2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1A58ECF-497B-6A9F-62B6-5EA2E64317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42779AD-733D-9228-1B93-9FC153063C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759162A-7EF3-F369-650E-398322FB5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3169F-0932-954D-B9F5-05ECF4557155}" type="datetimeFigureOut">
              <a:rPr kumimoji="1" lang="ko-KR" altLang="en-US" smtClean="0"/>
              <a:t>2026. 8. 21.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C46B3E8-0710-4909-2A40-E7725806F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633570B-AAE7-004A-7485-317D2B271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F914A-42DF-0C43-B804-702CFAA0452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20578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350216-F82B-F6FC-D311-A12C63174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E6D4789-DDDA-EA1F-19A3-C75C35F2C3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6AB4C69-C65D-30ED-4E7B-BF2D87D901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788D36E-1D73-39DB-46EF-6D275996A9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65A3C53-663D-5AF6-3930-AAE5CEA5DD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6F0295F-89F7-5914-D5D7-E1EEB86F7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3169F-0932-954D-B9F5-05ECF4557155}" type="datetimeFigureOut">
              <a:rPr kumimoji="1" lang="ko-KR" altLang="en-US" smtClean="0"/>
              <a:t>2026. 8. 21.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12B3CF2-328A-8E77-69D2-EEDFCCCFE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5B4559A-9B2C-8362-1AAB-2EF412B94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F914A-42DF-0C43-B804-702CFAA0452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617482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06B993-F174-E6B5-ED35-F3B65ECBC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73F50D9-34A2-DBB4-4FE2-09E21032D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3169F-0932-954D-B9F5-05ECF4557155}" type="datetimeFigureOut">
              <a:rPr kumimoji="1" lang="ko-KR" altLang="en-US" smtClean="0"/>
              <a:t>2026. 8. 21.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7363D0E-0790-7377-3AC5-EFEBEFA04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0F8A600-1C1B-0390-78B9-225A4A31D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F914A-42DF-0C43-B804-702CFAA0452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787514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1006D2F-F786-798A-A203-5DF485A41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3169F-0932-954D-B9F5-05ECF4557155}" type="datetimeFigureOut">
              <a:rPr kumimoji="1" lang="ko-KR" altLang="en-US" smtClean="0"/>
              <a:t>2026. 8. 21.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08D24CF-9270-2F89-B616-C05C0362D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E04D3EF-39E0-D3E3-51C2-3B77605FE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F914A-42DF-0C43-B804-702CFAA0452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471353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7D672A-7785-4375-86E5-48E86830E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FA4D05B-5BB1-8515-8CAC-71D6B97008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DFDEC62-F4FD-2156-CEBE-F23F348B8D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58C1CA0-ABE4-9AAC-4938-03C144D0D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3169F-0932-954D-B9F5-05ECF4557155}" type="datetimeFigureOut">
              <a:rPr kumimoji="1" lang="ko-KR" altLang="en-US" smtClean="0"/>
              <a:t>2026. 8. 21.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9DEDFAB-15E4-EA23-ADAB-6DFB1AAE7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B301B69-5A07-60D7-A2F3-24715425D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F914A-42DF-0C43-B804-702CFAA0452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3241096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FF8365-C521-C22F-D77E-5A094D0C6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AF86219-28FE-7B7D-D5DD-51AB76D43F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7BB0F4D-1FFA-4A85-87C4-B77B72AB78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CBCF3A2-C1B3-360A-668D-B183CCEA0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3169F-0932-954D-B9F5-05ECF4557155}" type="datetimeFigureOut">
              <a:rPr kumimoji="1" lang="ko-KR" altLang="en-US" smtClean="0"/>
              <a:t>2026. 8. 21.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6D22694-BC66-D7C3-3774-D9CF03673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8F8781F-BD80-7B3D-71CC-04906C1CE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F914A-42DF-0C43-B804-702CFAA0452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750307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38F971-B53E-1C97-46E3-901454046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13DD0EA-5C7A-D7C7-F19F-3E69A9E96A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C09959-5F34-6293-299B-00195E1E7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3169F-0932-954D-B9F5-05ECF4557155}" type="datetimeFigureOut">
              <a:rPr kumimoji="1" lang="ko-KR" altLang="en-US" smtClean="0"/>
              <a:t>2026. 8. 21.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5D63E1-AF20-6C38-2872-53F977DB8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5ACCE73-087E-B1CF-4671-36B50569F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F914A-42DF-0C43-B804-702CFAA0452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069726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826652F-56F7-42BE-D3DF-77A87F7FF8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772EB6E-ACBA-4A45-FB79-3A1DF7AA3B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D64C52F-DAF1-379A-9C45-8CFD101B6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3169F-0932-954D-B9F5-05ECF4557155}" type="datetimeFigureOut">
              <a:rPr kumimoji="1" lang="ko-KR" altLang="en-US" smtClean="0"/>
              <a:t>2026. 8. 21.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322F151-F25A-145A-626F-A369B8E15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A3C321D-85C9-5B5B-304B-857807C4C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F914A-42DF-0C43-B804-702CFAA0452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25760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76C9DAA-9465-38C6-AC21-EB1515718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E5EC5C5-6768-82FF-F684-70B5C62AF3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72397F6-8D9A-9A94-4E26-8CF85677AC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33169F-0932-954D-B9F5-05ECF4557155}" type="datetimeFigureOut">
              <a:rPr kumimoji="1" lang="ko-KR" altLang="en-US" smtClean="0"/>
              <a:t>2026. 8. 21.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86CB21A-1191-0787-849F-305F7568A2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517629-295A-EFB1-FEB2-BFF0AAACA0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CF914A-42DF-0C43-B804-702CFAA0452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603769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876494-2DDF-C98F-66DB-F62842EBFB28}"/>
              </a:ext>
            </a:extLst>
          </p:cNvPr>
          <p:cNvSpPr txBox="1"/>
          <p:nvPr/>
        </p:nvSpPr>
        <p:spPr>
          <a:xfrm>
            <a:off x="95693" y="127591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 err="1"/>
              <a:t>삽입정렬연습문제</a:t>
            </a:r>
            <a:endParaRPr kumimoji="1" lang="ko-KR" altLang="en-US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0298A53-DD1A-A317-7C64-A40B3B3E7BD9}"/>
              </a:ext>
            </a:extLst>
          </p:cNvPr>
          <p:cNvSpPr txBox="1"/>
          <p:nvPr/>
        </p:nvSpPr>
        <p:spPr>
          <a:xfrm>
            <a:off x="95693" y="496923"/>
            <a:ext cx="16097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5,</a:t>
            </a:r>
            <a:r>
              <a:rPr kumimoji="1" lang="ko-KR" altLang="en-US" dirty="0"/>
              <a:t> </a:t>
            </a:r>
            <a:r>
              <a:rPr kumimoji="1" lang="en-US" altLang="ko-KR" dirty="0"/>
              <a:t>3,</a:t>
            </a:r>
            <a:r>
              <a:rPr kumimoji="1" lang="ko-KR" altLang="en-US" dirty="0"/>
              <a:t> </a:t>
            </a:r>
            <a:r>
              <a:rPr kumimoji="1" lang="en-US" altLang="ko-KR" dirty="0"/>
              <a:t>8,</a:t>
            </a:r>
            <a:r>
              <a:rPr kumimoji="1" lang="ko-KR" altLang="en-US" dirty="0"/>
              <a:t> </a:t>
            </a:r>
            <a:r>
              <a:rPr kumimoji="1" lang="en-US" altLang="ko-KR" dirty="0"/>
              <a:t>1,</a:t>
            </a:r>
            <a:r>
              <a:rPr kumimoji="1" lang="ko-KR" altLang="en-US" dirty="0"/>
              <a:t> </a:t>
            </a:r>
            <a:r>
              <a:rPr kumimoji="1" lang="en-US" altLang="ko-KR" dirty="0"/>
              <a:t>2,</a:t>
            </a:r>
            <a:r>
              <a:rPr kumimoji="1" lang="ko-KR" altLang="en-US" dirty="0"/>
              <a:t> </a:t>
            </a:r>
            <a:r>
              <a:rPr kumimoji="1" lang="en-US" altLang="ko-KR" dirty="0"/>
              <a:t>7</a:t>
            </a:r>
            <a:endParaRPr kumimoji="1" lang="ko-KR" altLang="en-US" dirty="0"/>
          </a:p>
        </p:txBody>
      </p:sp>
      <p:grpSp>
        <p:nvGrpSpPr>
          <p:cNvPr id="98" name="그룹 97">
            <a:extLst>
              <a:ext uri="{FF2B5EF4-FFF2-40B4-BE49-F238E27FC236}">
                <a16:creationId xmlns:a16="http://schemas.microsoft.com/office/drawing/2014/main" id="{4BE20A68-767F-7F32-3E33-937C342A9B8D}"/>
              </a:ext>
            </a:extLst>
          </p:cNvPr>
          <p:cNvGrpSpPr/>
          <p:nvPr/>
        </p:nvGrpSpPr>
        <p:grpSpPr>
          <a:xfrm>
            <a:off x="1705429" y="1302813"/>
            <a:ext cx="9960910" cy="4790610"/>
            <a:chOff x="2567465" y="885842"/>
            <a:chExt cx="9960910" cy="4790610"/>
          </a:xfrm>
        </p:grpSpPr>
        <p:grpSp>
          <p:nvGrpSpPr>
            <p:cNvPr id="97" name="그룹 96">
              <a:extLst>
                <a:ext uri="{FF2B5EF4-FFF2-40B4-BE49-F238E27FC236}">
                  <a16:creationId xmlns:a16="http://schemas.microsoft.com/office/drawing/2014/main" id="{06C48D74-B52D-CF8E-0A41-BD18B77D1B8A}"/>
                </a:ext>
              </a:extLst>
            </p:cNvPr>
            <p:cNvGrpSpPr/>
            <p:nvPr/>
          </p:nvGrpSpPr>
          <p:grpSpPr>
            <a:xfrm>
              <a:off x="2567465" y="885842"/>
              <a:ext cx="9436328" cy="4062652"/>
              <a:chOff x="2567465" y="885842"/>
              <a:chExt cx="9436328" cy="4062652"/>
            </a:xfrm>
          </p:grpSpPr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55407AA-99EC-08E4-B6F2-D6B2E5C28235}"/>
                  </a:ext>
                </a:extLst>
              </p:cNvPr>
              <p:cNvSpPr txBox="1"/>
              <p:nvPr/>
            </p:nvSpPr>
            <p:spPr>
              <a:xfrm>
                <a:off x="3806192" y="885842"/>
                <a:ext cx="64633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ko-KR" altLang="en-US" dirty="0"/>
                  <a:t>초기</a:t>
                </a: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47CA1B8-2CDB-9961-EB1E-32CBEF0A4766}"/>
                  </a:ext>
                </a:extLst>
              </p:cNvPr>
              <p:cNvSpPr txBox="1"/>
              <p:nvPr/>
            </p:nvSpPr>
            <p:spPr>
              <a:xfrm>
                <a:off x="5063110" y="885842"/>
                <a:ext cx="217078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dirty="0">
                    <a:solidFill>
                      <a:schemeClr val="accent1"/>
                    </a:solidFill>
                  </a:rPr>
                  <a:t>5</a:t>
                </a:r>
                <a:r>
                  <a:rPr kumimoji="1" lang="ko-KR" altLang="en-US" dirty="0">
                    <a:solidFill>
                      <a:schemeClr val="accent1"/>
                    </a:solidFill>
                  </a:rPr>
                  <a:t>   </a:t>
                </a:r>
                <a:r>
                  <a:rPr kumimoji="1" lang="en-US" altLang="ko-KR" dirty="0">
                    <a:solidFill>
                      <a:schemeClr val="accent1"/>
                    </a:solidFill>
                  </a:rPr>
                  <a:t>3</a:t>
                </a:r>
                <a:r>
                  <a:rPr kumimoji="1" lang="ko-KR" altLang="en-US" dirty="0">
                    <a:solidFill>
                      <a:schemeClr val="accent1"/>
                    </a:solidFill>
                  </a:rPr>
                  <a:t>   </a:t>
                </a:r>
                <a:r>
                  <a:rPr kumimoji="1" lang="en-US" altLang="ko-KR" dirty="0">
                    <a:solidFill>
                      <a:schemeClr val="accent1"/>
                    </a:solidFill>
                  </a:rPr>
                  <a:t>8</a:t>
                </a:r>
                <a:r>
                  <a:rPr kumimoji="1" lang="ko-KR" altLang="en-US" dirty="0">
                    <a:solidFill>
                      <a:schemeClr val="accent1"/>
                    </a:solidFill>
                  </a:rPr>
                  <a:t>   </a:t>
                </a:r>
                <a:r>
                  <a:rPr kumimoji="1" lang="en-US" altLang="ko-KR" dirty="0">
                    <a:solidFill>
                      <a:schemeClr val="accent1"/>
                    </a:solidFill>
                  </a:rPr>
                  <a:t>1</a:t>
                </a:r>
                <a:r>
                  <a:rPr kumimoji="1" lang="ko-KR" altLang="en-US" dirty="0">
                    <a:solidFill>
                      <a:schemeClr val="accent1"/>
                    </a:solidFill>
                  </a:rPr>
                  <a:t>   </a:t>
                </a:r>
                <a:r>
                  <a:rPr kumimoji="1" lang="en-US" altLang="ko-KR" dirty="0">
                    <a:solidFill>
                      <a:schemeClr val="accent1"/>
                    </a:solidFill>
                  </a:rPr>
                  <a:t>2</a:t>
                </a:r>
                <a:r>
                  <a:rPr kumimoji="1" lang="ko-KR" altLang="en-US" dirty="0">
                    <a:solidFill>
                      <a:schemeClr val="accent1"/>
                    </a:solidFill>
                  </a:rPr>
                  <a:t>   </a:t>
                </a:r>
                <a:r>
                  <a:rPr kumimoji="1" lang="en-US" altLang="ko-KR" dirty="0">
                    <a:solidFill>
                      <a:schemeClr val="accent1"/>
                    </a:solidFill>
                  </a:rPr>
                  <a:t>7</a:t>
                </a:r>
                <a:endParaRPr kumimoji="1" lang="ko-KR" altLang="en-US" dirty="0">
                  <a:solidFill>
                    <a:schemeClr val="accent1"/>
                  </a:solidFill>
                </a:endParaRPr>
              </a:p>
            </p:txBody>
          </p:sp>
          <p:grpSp>
            <p:nvGrpSpPr>
              <p:cNvPr id="6" name="그룹 5">
                <a:extLst>
                  <a:ext uri="{FF2B5EF4-FFF2-40B4-BE49-F238E27FC236}">
                    <a16:creationId xmlns:a16="http://schemas.microsoft.com/office/drawing/2014/main" id="{7F67450E-7D68-B36B-7176-9F76773D0FDE}"/>
                  </a:ext>
                </a:extLst>
              </p:cNvPr>
              <p:cNvGrpSpPr/>
              <p:nvPr/>
            </p:nvGrpSpPr>
            <p:grpSpPr>
              <a:xfrm>
                <a:off x="2573476" y="1255174"/>
                <a:ext cx="7944333" cy="1846660"/>
                <a:chOff x="2721938" y="1647146"/>
                <a:chExt cx="7944333" cy="1846660"/>
              </a:xfrm>
            </p:grpSpPr>
            <p:grpSp>
              <p:nvGrpSpPr>
                <p:cNvPr id="43" name="그룹 42">
                  <a:extLst>
                    <a:ext uri="{FF2B5EF4-FFF2-40B4-BE49-F238E27FC236}">
                      <a16:creationId xmlns:a16="http://schemas.microsoft.com/office/drawing/2014/main" id="{7F1D7649-1EDC-64F0-1B3F-D146A0347DA9}"/>
                    </a:ext>
                  </a:extLst>
                </p:cNvPr>
                <p:cNvGrpSpPr/>
                <p:nvPr/>
              </p:nvGrpSpPr>
              <p:grpSpPr>
                <a:xfrm>
                  <a:off x="2721938" y="1647146"/>
                  <a:ext cx="7944333" cy="369332"/>
                  <a:chOff x="2721938" y="1647146"/>
                  <a:chExt cx="7944333" cy="369332"/>
                </a:xfrm>
              </p:grpSpPr>
              <p:sp>
                <p:nvSpPr>
                  <p:cNvPr id="64" name="TextBox 63">
                    <a:extLst>
                      <a:ext uri="{FF2B5EF4-FFF2-40B4-BE49-F238E27FC236}">
                        <a16:creationId xmlns:a16="http://schemas.microsoft.com/office/drawing/2014/main" id="{B5E90724-7FE6-149A-B872-7368336402DD}"/>
                      </a:ext>
                    </a:extLst>
                  </p:cNvPr>
                  <p:cNvSpPr txBox="1"/>
                  <p:nvPr/>
                </p:nvSpPr>
                <p:spPr>
                  <a:xfrm>
                    <a:off x="3891336" y="1647146"/>
                    <a:ext cx="772969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kumimoji="1" lang="en-US" altLang="ko-KR" dirty="0"/>
                      <a:t>1</a:t>
                    </a:r>
                    <a:r>
                      <a:rPr kumimoji="1" lang="ko-KR" altLang="en-US" dirty="0"/>
                      <a:t>단계</a:t>
                    </a:r>
                    <a:endParaRPr kumimoji="1" lang="en-US" altLang="ko-KR" dirty="0"/>
                  </a:p>
                </p:txBody>
              </p:sp>
              <p:sp>
                <p:nvSpPr>
                  <p:cNvPr id="65" name="TextBox 64">
                    <a:extLst>
                      <a:ext uri="{FF2B5EF4-FFF2-40B4-BE49-F238E27FC236}">
                        <a16:creationId xmlns:a16="http://schemas.microsoft.com/office/drawing/2014/main" id="{51BA9B79-A28D-BBC3-7070-C20B141A8AF0}"/>
                      </a:ext>
                    </a:extLst>
                  </p:cNvPr>
                  <p:cNvSpPr txBox="1"/>
                  <p:nvPr/>
                </p:nvSpPr>
                <p:spPr>
                  <a:xfrm>
                    <a:off x="2721938" y="1647146"/>
                    <a:ext cx="100380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kumimoji="1" lang="en-US" altLang="ko-KR" dirty="0"/>
                      <a:t>1</a:t>
                    </a:r>
                    <a:r>
                      <a:rPr kumimoji="1" lang="ko-KR" altLang="en-US" dirty="0"/>
                      <a:t>라운드</a:t>
                    </a:r>
                    <a:endParaRPr kumimoji="1" lang="en-US" altLang="ko-KR" dirty="0"/>
                  </a:p>
                </p:txBody>
              </p:sp>
              <p:sp>
                <p:nvSpPr>
                  <p:cNvPr id="66" name="TextBox 65">
                    <a:extLst>
                      <a:ext uri="{FF2B5EF4-FFF2-40B4-BE49-F238E27FC236}">
                        <a16:creationId xmlns:a16="http://schemas.microsoft.com/office/drawing/2014/main" id="{5E0E53B4-4229-FC95-389B-97123C9095C3}"/>
                      </a:ext>
                    </a:extLst>
                  </p:cNvPr>
                  <p:cNvSpPr txBox="1"/>
                  <p:nvPr/>
                </p:nvSpPr>
                <p:spPr>
                  <a:xfrm>
                    <a:off x="5211571" y="1647146"/>
                    <a:ext cx="2170787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kumimoji="1" lang="en-US" altLang="ko-KR" dirty="0"/>
                      <a:t>5</a:t>
                    </a:r>
                    <a:r>
                      <a:rPr kumimoji="1" lang="ko-KR" altLang="en-US" dirty="0">
                        <a:solidFill>
                          <a:srgbClr val="FF0000"/>
                        </a:solidFill>
                      </a:rPr>
                      <a:t>   </a:t>
                    </a:r>
                    <a:r>
                      <a:rPr kumimoji="1" lang="en-US" altLang="ko-KR" dirty="0">
                        <a:highlight>
                          <a:srgbClr val="00FF00"/>
                        </a:highlight>
                      </a:rPr>
                      <a:t>3</a:t>
                    </a:r>
                    <a:r>
                      <a:rPr kumimoji="1" lang="ko-KR" altLang="en-US" dirty="0">
                        <a:solidFill>
                          <a:srgbClr val="FF0000"/>
                        </a:solidFill>
                      </a:rPr>
                      <a:t>   </a:t>
                    </a:r>
                    <a:r>
                      <a:rPr kumimoji="1" lang="en-US" altLang="ko-KR" dirty="0"/>
                      <a:t>8</a:t>
                    </a:r>
                    <a:r>
                      <a:rPr kumimoji="1" lang="ko-KR" altLang="en-US" dirty="0"/>
                      <a:t>   </a:t>
                    </a:r>
                    <a:r>
                      <a:rPr kumimoji="1" lang="en-US" altLang="ko-KR" dirty="0"/>
                      <a:t>1</a:t>
                    </a:r>
                    <a:r>
                      <a:rPr kumimoji="1" lang="ko-KR" altLang="en-US" dirty="0"/>
                      <a:t>   </a:t>
                    </a:r>
                    <a:r>
                      <a:rPr kumimoji="1" lang="en-US" altLang="ko-KR" dirty="0"/>
                      <a:t>2</a:t>
                    </a:r>
                    <a:r>
                      <a:rPr kumimoji="1" lang="ko-KR" altLang="en-US" dirty="0"/>
                      <a:t>   </a:t>
                    </a:r>
                    <a:r>
                      <a:rPr kumimoji="1" lang="en-US" altLang="ko-KR" dirty="0"/>
                      <a:t>7</a:t>
                    </a:r>
                    <a:endParaRPr kumimoji="1" lang="ko-KR" altLang="en-US" dirty="0"/>
                  </a:p>
                </p:txBody>
              </p:sp>
              <p:sp>
                <p:nvSpPr>
                  <p:cNvPr id="67" name="TextBox 66">
                    <a:extLst>
                      <a:ext uri="{FF2B5EF4-FFF2-40B4-BE49-F238E27FC236}">
                        <a16:creationId xmlns:a16="http://schemas.microsoft.com/office/drawing/2014/main" id="{3C252768-59CB-D416-EFC7-FA6C8D2F9F7F}"/>
                      </a:ext>
                    </a:extLst>
                  </p:cNvPr>
                  <p:cNvSpPr txBox="1"/>
                  <p:nvPr/>
                </p:nvSpPr>
                <p:spPr>
                  <a:xfrm>
                    <a:off x="7929624" y="1647146"/>
                    <a:ext cx="2736647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kumimoji="1" lang="en-US" altLang="ko-KR" dirty="0"/>
                      <a:t>5</a:t>
                    </a:r>
                    <a:r>
                      <a:rPr kumimoji="1" lang="ko-KR" altLang="en-US" dirty="0"/>
                      <a:t>와 </a:t>
                    </a:r>
                    <a:r>
                      <a:rPr kumimoji="1" lang="en-US" altLang="ko-KR" dirty="0"/>
                      <a:t>3</a:t>
                    </a:r>
                    <a:r>
                      <a:rPr kumimoji="1" lang="ko-KR" altLang="en-US" dirty="0"/>
                      <a:t> 비교</a:t>
                    </a:r>
                    <a:r>
                      <a:rPr kumimoji="1" lang="en-US" altLang="ko-KR" dirty="0"/>
                      <a:t>.</a:t>
                    </a:r>
                    <a:r>
                      <a:rPr kumimoji="1" lang="ko-KR" altLang="en-US" dirty="0"/>
                      <a:t> </a:t>
                    </a:r>
                    <a:r>
                      <a:rPr kumimoji="1" lang="en-US" altLang="ko-KR" dirty="0"/>
                      <a:t>5</a:t>
                    </a:r>
                    <a:r>
                      <a:rPr kumimoji="1" lang="ko-KR" altLang="en-US" dirty="0"/>
                      <a:t>이동</a:t>
                    </a:r>
                    <a:r>
                      <a:rPr kumimoji="1" lang="en-US" altLang="ko-KR" dirty="0"/>
                      <a:t>.</a:t>
                    </a:r>
                    <a:r>
                      <a:rPr kumimoji="1" lang="ko-KR" altLang="en-US" dirty="0"/>
                      <a:t> </a:t>
                    </a:r>
                    <a:r>
                      <a:rPr kumimoji="1" lang="en-US" altLang="ko-KR" dirty="0"/>
                      <a:t>3</a:t>
                    </a:r>
                    <a:r>
                      <a:rPr kumimoji="1" lang="ko-KR" altLang="en-US" dirty="0"/>
                      <a:t>삽입</a:t>
                    </a:r>
                    <a:endParaRPr kumimoji="1" lang="en-US" altLang="ko-KR" dirty="0"/>
                  </a:p>
                </p:txBody>
              </p:sp>
            </p:grpSp>
            <p:grpSp>
              <p:nvGrpSpPr>
                <p:cNvPr id="44" name="그룹 43">
                  <a:extLst>
                    <a:ext uri="{FF2B5EF4-FFF2-40B4-BE49-F238E27FC236}">
                      <a16:creationId xmlns:a16="http://schemas.microsoft.com/office/drawing/2014/main" id="{57F0D5CD-F193-E921-CF9A-BCF966A10956}"/>
                    </a:ext>
                  </a:extLst>
                </p:cNvPr>
                <p:cNvGrpSpPr/>
                <p:nvPr/>
              </p:nvGrpSpPr>
              <p:grpSpPr>
                <a:xfrm>
                  <a:off x="2721938" y="2016478"/>
                  <a:ext cx="6501630" cy="369332"/>
                  <a:chOff x="2721938" y="1647146"/>
                  <a:chExt cx="6501630" cy="369332"/>
                </a:xfrm>
              </p:grpSpPr>
              <p:sp>
                <p:nvSpPr>
                  <p:cNvPr id="60" name="TextBox 59">
                    <a:extLst>
                      <a:ext uri="{FF2B5EF4-FFF2-40B4-BE49-F238E27FC236}">
                        <a16:creationId xmlns:a16="http://schemas.microsoft.com/office/drawing/2014/main" id="{E6AAC9F2-7E34-10BE-5C58-F35C32B17F7C}"/>
                      </a:ext>
                    </a:extLst>
                  </p:cNvPr>
                  <p:cNvSpPr txBox="1"/>
                  <p:nvPr/>
                </p:nvSpPr>
                <p:spPr>
                  <a:xfrm>
                    <a:off x="3891336" y="1647146"/>
                    <a:ext cx="772969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kumimoji="1" lang="en-US" altLang="ko-KR" dirty="0"/>
                      <a:t>2</a:t>
                    </a:r>
                    <a:r>
                      <a:rPr kumimoji="1" lang="ko-KR" altLang="en-US" dirty="0"/>
                      <a:t>단계</a:t>
                    </a:r>
                    <a:endParaRPr kumimoji="1" lang="en-US" altLang="ko-KR" dirty="0"/>
                  </a:p>
                </p:txBody>
              </p:sp>
              <p:sp>
                <p:nvSpPr>
                  <p:cNvPr id="61" name="TextBox 60">
                    <a:extLst>
                      <a:ext uri="{FF2B5EF4-FFF2-40B4-BE49-F238E27FC236}">
                        <a16:creationId xmlns:a16="http://schemas.microsoft.com/office/drawing/2014/main" id="{0F7B528D-E420-4393-3F3A-78908ADC8060}"/>
                      </a:ext>
                    </a:extLst>
                  </p:cNvPr>
                  <p:cNvSpPr txBox="1"/>
                  <p:nvPr/>
                </p:nvSpPr>
                <p:spPr>
                  <a:xfrm>
                    <a:off x="2721938" y="1647146"/>
                    <a:ext cx="18473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endParaRPr kumimoji="1" lang="en-US" altLang="ko-KR" dirty="0"/>
                  </a:p>
                </p:txBody>
              </p:sp>
              <p:sp>
                <p:nvSpPr>
                  <p:cNvPr id="62" name="TextBox 61">
                    <a:extLst>
                      <a:ext uri="{FF2B5EF4-FFF2-40B4-BE49-F238E27FC236}">
                        <a16:creationId xmlns:a16="http://schemas.microsoft.com/office/drawing/2014/main" id="{4D63444A-0739-923A-2E53-B76777D8FDCE}"/>
                      </a:ext>
                    </a:extLst>
                  </p:cNvPr>
                  <p:cNvSpPr txBox="1"/>
                  <p:nvPr/>
                </p:nvSpPr>
                <p:spPr>
                  <a:xfrm>
                    <a:off x="5211571" y="1647146"/>
                    <a:ext cx="2170787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kumimoji="1" lang="en-US" altLang="ko-KR" dirty="0">
                        <a:solidFill>
                          <a:srgbClr val="FF0000"/>
                        </a:solidFill>
                      </a:rPr>
                      <a:t>3</a:t>
                    </a:r>
                    <a:r>
                      <a:rPr kumimoji="1" lang="ko-KR" altLang="en-US" dirty="0">
                        <a:solidFill>
                          <a:srgbClr val="FF0000"/>
                        </a:solidFill>
                      </a:rPr>
                      <a:t>   </a:t>
                    </a:r>
                    <a:r>
                      <a:rPr kumimoji="1" lang="en-US" altLang="ko-KR" dirty="0">
                        <a:solidFill>
                          <a:srgbClr val="FF0000"/>
                        </a:solidFill>
                      </a:rPr>
                      <a:t>5</a:t>
                    </a:r>
                    <a:r>
                      <a:rPr kumimoji="1" lang="ko-KR" altLang="en-US" dirty="0">
                        <a:solidFill>
                          <a:srgbClr val="FF0000"/>
                        </a:solidFill>
                      </a:rPr>
                      <a:t>   </a:t>
                    </a:r>
                    <a:r>
                      <a:rPr kumimoji="1" lang="en-US" altLang="ko-KR" dirty="0"/>
                      <a:t>8</a:t>
                    </a:r>
                    <a:r>
                      <a:rPr kumimoji="1" lang="ko-KR" altLang="en-US" dirty="0"/>
                      <a:t>   </a:t>
                    </a:r>
                    <a:r>
                      <a:rPr kumimoji="1" lang="en-US" altLang="ko-KR" dirty="0"/>
                      <a:t>1</a:t>
                    </a:r>
                    <a:r>
                      <a:rPr kumimoji="1" lang="ko-KR" altLang="en-US" dirty="0"/>
                      <a:t>   </a:t>
                    </a:r>
                    <a:r>
                      <a:rPr kumimoji="1" lang="en-US" altLang="ko-KR" dirty="0"/>
                      <a:t>2</a:t>
                    </a:r>
                    <a:r>
                      <a:rPr kumimoji="1" lang="ko-KR" altLang="en-US" dirty="0"/>
                      <a:t>   </a:t>
                    </a:r>
                    <a:r>
                      <a:rPr kumimoji="1" lang="en-US" altLang="ko-KR" dirty="0"/>
                      <a:t>7</a:t>
                    </a:r>
                    <a:endParaRPr kumimoji="1" lang="ko-KR" altLang="en-US" dirty="0"/>
                  </a:p>
                </p:txBody>
              </p:sp>
              <p:sp>
                <p:nvSpPr>
                  <p:cNvPr id="63" name="TextBox 62">
                    <a:extLst>
                      <a:ext uri="{FF2B5EF4-FFF2-40B4-BE49-F238E27FC236}">
                        <a16:creationId xmlns:a16="http://schemas.microsoft.com/office/drawing/2014/main" id="{36552D48-799B-592D-CC55-07FBEBBA10A3}"/>
                      </a:ext>
                    </a:extLst>
                  </p:cNvPr>
                  <p:cNvSpPr txBox="1"/>
                  <p:nvPr/>
                </p:nvSpPr>
                <p:spPr>
                  <a:xfrm>
                    <a:off x="7929624" y="1647146"/>
                    <a:ext cx="129394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kumimoji="1" lang="en-US" altLang="ko-KR" dirty="0"/>
                      <a:t>5</a:t>
                    </a:r>
                    <a:r>
                      <a:rPr kumimoji="1" lang="ko-KR" altLang="en-US" dirty="0"/>
                      <a:t>와 </a:t>
                    </a:r>
                    <a:r>
                      <a:rPr kumimoji="1" lang="en-US" altLang="ko-KR" dirty="0"/>
                      <a:t>3</a:t>
                    </a:r>
                    <a:r>
                      <a:rPr kumimoji="1" lang="ko-KR" altLang="en-US" dirty="0"/>
                      <a:t> 정렬</a:t>
                    </a:r>
                    <a:endParaRPr kumimoji="1" lang="en-US" altLang="ko-KR" dirty="0"/>
                  </a:p>
                </p:txBody>
              </p:sp>
            </p:grpSp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734626D3-5F4E-67E9-BB5D-E5A1BDFFA512}"/>
                    </a:ext>
                  </a:extLst>
                </p:cNvPr>
                <p:cNvSpPr txBox="1"/>
                <p:nvPr/>
              </p:nvSpPr>
              <p:spPr>
                <a:xfrm>
                  <a:off x="2721938" y="2385810"/>
                  <a:ext cx="1847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kumimoji="1" lang="en-US" altLang="ko-KR" dirty="0"/>
                </a:p>
              </p:txBody>
            </p:sp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3B118D16-2988-01B4-E594-7317ED4DE411}"/>
                    </a:ext>
                  </a:extLst>
                </p:cNvPr>
                <p:cNvSpPr txBox="1"/>
                <p:nvPr/>
              </p:nvSpPr>
              <p:spPr>
                <a:xfrm>
                  <a:off x="2721938" y="2755142"/>
                  <a:ext cx="1847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kumimoji="1" lang="en-US" altLang="ko-KR" dirty="0"/>
                </a:p>
              </p:txBody>
            </p:sp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ABE3751D-94A3-E360-F62A-80A8DDD5A71C}"/>
                    </a:ext>
                  </a:extLst>
                </p:cNvPr>
                <p:cNvSpPr txBox="1"/>
                <p:nvPr/>
              </p:nvSpPr>
              <p:spPr>
                <a:xfrm>
                  <a:off x="2721938" y="3124474"/>
                  <a:ext cx="1847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kumimoji="1" lang="en-US" altLang="ko-KR" dirty="0"/>
                </a:p>
              </p:txBody>
            </p:sp>
          </p:grpSp>
          <p:grpSp>
            <p:nvGrpSpPr>
              <p:cNvPr id="22" name="그룹 21">
                <a:extLst>
                  <a:ext uri="{FF2B5EF4-FFF2-40B4-BE49-F238E27FC236}">
                    <a16:creationId xmlns:a16="http://schemas.microsoft.com/office/drawing/2014/main" id="{658DC25C-B79B-0BF6-E35B-D31200F45EDA}"/>
                  </a:ext>
                </a:extLst>
              </p:cNvPr>
              <p:cNvGrpSpPr/>
              <p:nvPr/>
            </p:nvGrpSpPr>
            <p:grpSpPr>
              <a:xfrm>
                <a:off x="2573476" y="1993838"/>
                <a:ext cx="9430317" cy="369332"/>
                <a:chOff x="2721938" y="1647146"/>
                <a:chExt cx="9430317" cy="369332"/>
              </a:xfrm>
            </p:grpSpPr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08D0CA1E-01D8-3765-DDAD-0AACF5A38DD0}"/>
                    </a:ext>
                  </a:extLst>
                </p:cNvPr>
                <p:cNvSpPr txBox="1"/>
                <p:nvPr/>
              </p:nvSpPr>
              <p:spPr>
                <a:xfrm>
                  <a:off x="3891336" y="1647146"/>
                  <a:ext cx="77296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ko-KR" dirty="0"/>
                    <a:t>1</a:t>
                  </a:r>
                  <a:r>
                    <a:rPr kumimoji="1" lang="ko-KR" altLang="en-US" dirty="0"/>
                    <a:t>단계</a:t>
                  </a:r>
                  <a:endParaRPr kumimoji="1" lang="en-US" altLang="ko-KR" dirty="0"/>
                </a:p>
              </p:txBody>
            </p:sp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ED71B08F-19C2-C7D3-E075-3E02E4553993}"/>
                    </a:ext>
                  </a:extLst>
                </p:cNvPr>
                <p:cNvSpPr txBox="1"/>
                <p:nvPr/>
              </p:nvSpPr>
              <p:spPr>
                <a:xfrm>
                  <a:off x="2721938" y="1647146"/>
                  <a:ext cx="100380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ko-KR" dirty="0"/>
                    <a:t>2</a:t>
                  </a:r>
                  <a:r>
                    <a:rPr kumimoji="1" lang="ko-KR" altLang="en-US" dirty="0"/>
                    <a:t>라운드</a:t>
                  </a:r>
                  <a:endParaRPr kumimoji="1" lang="en-US" altLang="ko-KR" dirty="0"/>
                </a:p>
              </p:txBody>
            </p:sp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0E1B36CF-A9C6-206B-2B52-85D0F7F130C8}"/>
                    </a:ext>
                  </a:extLst>
                </p:cNvPr>
                <p:cNvSpPr txBox="1"/>
                <p:nvPr/>
              </p:nvSpPr>
              <p:spPr>
                <a:xfrm>
                  <a:off x="5211571" y="1647146"/>
                  <a:ext cx="217078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ko-KR" dirty="0">
                      <a:solidFill>
                        <a:srgbClr val="FF0000"/>
                      </a:solidFill>
                    </a:rPr>
                    <a:t>3</a:t>
                  </a:r>
                  <a:r>
                    <a:rPr kumimoji="1" lang="ko-KR" altLang="en-US" dirty="0">
                      <a:solidFill>
                        <a:srgbClr val="FF0000"/>
                      </a:solidFill>
                    </a:rPr>
                    <a:t>   </a:t>
                  </a:r>
                  <a:r>
                    <a:rPr kumimoji="1" lang="en-US" altLang="ko-KR" dirty="0">
                      <a:solidFill>
                        <a:srgbClr val="FF0000"/>
                      </a:solidFill>
                    </a:rPr>
                    <a:t>5</a:t>
                  </a:r>
                  <a:r>
                    <a:rPr kumimoji="1" lang="ko-KR" altLang="en-US" dirty="0">
                      <a:solidFill>
                        <a:srgbClr val="FF0000"/>
                      </a:solidFill>
                    </a:rPr>
                    <a:t>   </a:t>
                  </a:r>
                  <a:r>
                    <a:rPr kumimoji="1" lang="en-US" altLang="ko-KR" dirty="0">
                      <a:highlight>
                        <a:srgbClr val="00FF00"/>
                      </a:highlight>
                    </a:rPr>
                    <a:t>8</a:t>
                  </a:r>
                  <a:r>
                    <a:rPr kumimoji="1" lang="ko-KR" altLang="en-US" dirty="0"/>
                    <a:t>   </a:t>
                  </a:r>
                  <a:r>
                    <a:rPr kumimoji="1" lang="en-US" altLang="ko-KR" dirty="0"/>
                    <a:t>1</a:t>
                  </a:r>
                  <a:r>
                    <a:rPr kumimoji="1" lang="ko-KR" altLang="en-US" dirty="0"/>
                    <a:t>   </a:t>
                  </a:r>
                  <a:r>
                    <a:rPr kumimoji="1" lang="en-US" altLang="ko-KR" dirty="0"/>
                    <a:t>2</a:t>
                  </a:r>
                  <a:r>
                    <a:rPr kumimoji="1" lang="ko-KR" altLang="en-US" dirty="0"/>
                    <a:t>   </a:t>
                  </a:r>
                  <a:r>
                    <a:rPr kumimoji="1" lang="en-US" altLang="ko-KR" dirty="0"/>
                    <a:t>7</a:t>
                  </a:r>
                  <a:endParaRPr kumimoji="1" lang="ko-KR" altLang="en-US" dirty="0"/>
                </a:p>
              </p:txBody>
            </p:sp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E743DC10-6A1E-41C2-2004-94A48ED93035}"/>
                    </a:ext>
                  </a:extLst>
                </p:cNvPr>
                <p:cNvSpPr txBox="1"/>
                <p:nvPr/>
              </p:nvSpPr>
              <p:spPr>
                <a:xfrm>
                  <a:off x="7929624" y="1647146"/>
                  <a:ext cx="42226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ko-KR" dirty="0"/>
                    <a:t>8</a:t>
                  </a:r>
                  <a:r>
                    <a:rPr kumimoji="1" lang="ko-KR" altLang="en-US" dirty="0"/>
                    <a:t>과 </a:t>
                  </a:r>
                  <a:r>
                    <a:rPr kumimoji="1" lang="en-US" altLang="ko-KR" dirty="0"/>
                    <a:t>3,</a:t>
                  </a:r>
                  <a:r>
                    <a:rPr kumimoji="1" lang="ko-KR" altLang="en-US" dirty="0"/>
                    <a:t> </a:t>
                  </a:r>
                  <a:r>
                    <a:rPr kumimoji="1" lang="en-US" altLang="ko-KR" dirty="0"/>
                    <a:t>5</a:t>
                  </a:r>
                  <a:r>
                    <a:rPr kumimoji="1" lang="ko-KR" altLang="en-US" dirty="0"/>
                    <a:t> 비교</a:t>
                  </a:r>
                  <a:r>
                    <a:rPr kumimoji="1" lang="en-US" altLang="ko-KR" dirty="0"/>
                    <a:t>.</a:t>
                  </a:r>
                  <a:r>
                    <a:rPr kumimoji="1" lang="ko-KR" altLang="en-US" dirty="0"/>
                    <a:t> </a:t>
                  </a:r>
                  <a:r>
                    <a:rPr kumimoji="1" lang="en-US" altLang="ko-KR" dirty="0"/>
                    <a:t>8</a:t>
                  </a:r>
                  <a:r>
                    <a:rPr kumimoji="1" lang="ko-KR" altLang="en-US" dirty="0"/>
                    <a:t> 이동 없음</a:t>
                  </a:r>
                  <a:r>
                    <a:rPr kumimoji="1" lang="en-US" altLang="ko-KR" dirty="0"/>
                    <a:t>.</a:t>
                  </a:r>
                  <a:r>
                    <a:rPr kumimoji="1" lang="ko-KR" altLang="en-US" dirty="0"/>
                    <a:t> </a:t>
                  </a:r>
                  <a:r>
                    <a:rPr kumimoji="1" lang="en-US" altLang="ko-KR" dirty="0"/>
                    <a:t>3,</a:t>
                  </a:r>
                  <a:r>
                    <a:rPr kumimoji="1" lang="ko-KR" altLang="en-US" dirty="0"/>
                    <a:t> </a:t>
                  </a:r>
                  <a:r>
                    <a:rPr kumimoji="1" lang="en-US" altLang="ko-KR" dirty="0"/>
                    <a:t>5,</a:t>
                  </a:r>
                  <a:r>
                    <a:rPr kumimoji="1" lang="ko-KR" altLang="en-US" dirty="0"/>
                    <a:t> </a:t>
                  </a:r>
                  <a:r>
                    <a:rPr kumimoji="1" lang="en-US" altLang="ko-KR" dirty="0"/>
                    <a:t>8</a:t>
                  </a:r>
                  <a:r>
                    <a:rPr kumimoji="1" lang="ko-KR" altLang="en-US" dirty="0"/>
                    <a:t> 정렬</a:t>
                  </a:r>
                  <a:endParaRPr kumimoji="1" lang="en-US" altLang="ko-KR" dirty="0"/>
                </a:p>
              </p:txBody>
            </p:sp>
          </p:grp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1FF8A11-3F31-A5EF-9D66-051D127F697C}"/>
                  </a:ext>
                </a:extLst>
              </p:cNvPr>
              <p:cNvSpPr txBox="1"/>
              <p:nvPr/>
            </p:nvSpPr>
            <p:spPr>
              <a:xfrm>
                <a:off x="2573476" y="3471166"/>
                <a:ext cx="18473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endParaRPr kumimoji="1" lang="en-US" altLang="ko-KR" dirty="0"/>
              </a:p>
            </p:txBody>
          </p:sp>
          <p:grpSp>
            <p:nvGrpSpPr>
              <p:cNvPr id="8" name="그룹 7">
                <a:extLst>
                  <a:ext uri="{FF2B5EF4-FFF2-40B4-BE49-F238E27FC236}">
                    <a16:creationId xmlns:a16="http://schemas.microsoft.com/office/drawing/2014/main" id="{0976D2EA-2BB4-F673-015A-9EF136534C87}"/>
                  </a:ext>
                </a:extLst>
              </p:cNvPr>
              <p:cNvGrpSpPr/>
              <p:nvPr/>
            </p:nvGrpSpPr>
            <p:grpSpPr>
              <a:xfrm>
                <a:off x="2567465" y="2363170"/>
                <a:ext cx="8805146" cy="1846660"/>
                <a:chOff x="2721938" y="1647146"/>
                <a:chExt cx="8805146" cy="1846660"/>
              </a:xfrm>
            </p:grpSpPr>
            <p:grpSp>
              <p:nvGrpSpPr>
                <p:cNvPr id="9" name="그룹 8">
                  <a:extLst>
                    <a:ext uri="{FF2B5EF4-FFF2-40B4-BE49-F238E27FC236}">
                      <a16:creationId xmlns:a16="http://schemas.microsoft.com/office/drawing/2014/main" id="{B64245FB-09D1-82BF-B0CC-FEF6B1EF03EA}"/>
                    </a:ext>
                  </a:extLst>
                </p:cNvPr>
                <p:cNvGrpSpPr/>
                <p:nvPr/>
              </p:nvGrpSpPr>
              <p:grpSpPr>
                <a:xfrm>
                  <a:off x="2721938" y="1647146"/>
                  <a:ext cx="8805146" cy="369332"/>
                  <a:chOff x="2721938" y="1647146"/>
                  <a:chExt cx="8805146" cy="369332"/>
                </a:xfrm>
              </p:grpSpPr>
              <p:sp>
                <p:nvSpPr>
                  <p:cNvPr id="18" name="TextBox 17">
                    <a:extLst>
                      <a:ext uri="{FF2B5EF4-FFF2-40B4-BE49-F238E27FC236}">
                        <a16:creationId xmlns:a16="http://schemas.microsoft.com/office/drawing/2014/main" id="{28C5EB3D-9F5B-9137-61FE-69900079E632}"/>
                      </a:ext>
                    </a:extLst>
                  </p:cNvPr>
                  <p:cNvSpPr txBox="1"/>
                  <p:nvPr/>
                </p:nvSpPr>
                <p:spPr>
                  <a:xfrm>
                    <a:off x="3891336" y="1647146"/>
                    <a:ext cx="772969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kumimoji="1" lang="en-US" altLang="ko-KR" dirty="0"/>
                      <a:t>1</a:t>
                    </a:r>
                    <a:r>
                      <a:rPr kumimoji="1" lang="ko-KR" altLang="en-US" dirty="0"/>
                      <a:t>단계</a:t>
                    </a:r>
                    <a:endParaRPr kumimoji="1" lang="en-US" altLang="ko-KR" dirty="0"/>
                  </a:p>
                </p:txBody>
              </p:sp>
              <p:sp>
                <p:nvSpPr>
                  <p:cNvPr id="19" name="TextBox 18">
                    <a:extLst>
                      <a:ext uri="{FF2B5EF4-FFF2-40B4-BE49-F238E27FC236}">
                        <a16:creationId xmlns:a16="http://schemas.microsoft.com/office/drawing/2014/main" id="{2CBB8637-BBF0-9B5E-7412-A755203B1A4C}"/>
                      </a:ext>
                    </a:extLst>
                  </p:cNvPr>
                  <p:cNvSpPr txBox="1"/>
                  <p:nvPr/>
                </p:nvSpPr>
                <p:spPr>
                  <a:xfrm>
                    <a:off x="2721938" y="1647146"/>
                    <a:ext cx="100380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kumimoji="1" lang="en-US" altLang="ko-KR" dirty="0"/>
                      <a:t>3</a:t>
                    </a:r>
                    <a:r>
                      <a:rPr kumimoji="1" lang="ko-KR" altLang="en-US" dirty="0"/>
                      <a:t>라운드</a:t>
                    </a:r>
                    <a:endParaRPr kumimoji="1" lang="en-US" altLang="ko-KR" dirty="0"/>
                  </a:p>
                </p:txBody>
              </p:sp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977D3FBB-B089-5F39-FCC0-C0C5705652FE}"/>
                      </a:ext>
                    </a:extLst>
                  </p:cNvPr>
                  <p:cNvSpPr txBox="1"/>
                  <p:nvPr/>
                </p:nvSpPr>
                <p:spPr>
                  <a:xfrm>
                    <a:off x="5211571" y="1647146"/>
                    <a:ext cx="2170787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kumimoji="1" lang="en-US" altLang="ko-KR" dirty="0">
                        <a:solidFill>
                          <a:srgbClr val="FF0000"/>
                        </a:solidFill>
                      </a:rPr>
                      <a:t>3</a:t>
                    </a:r>
                    <a:r>
                      <a:rPr kumimoji="1" lang="ko-KR" altLang="en-US" dirty="0">
                        <a:solidFill>
                          <a:srgbClr val="FF0000"/>
                        </a:solidFill>
                      </a:rPr>
                      <a:t>   </a:t>
                    </a:r>
                    <a:r>
                      <a:rPr kumimoji="1" lang="en-US" altLang="ko-KR" dirty="0">
                        <a:solidFill>
                          <a:srgbClr val="FF0000"/>
                        </a:solidFill>
                      </a:rPr>
                      <a:t>5</a:t>
                    </a:r>
                    <a:r>
                      <a:rPr kumimoji="1" lang="ko-KR" altLang="en-US" dirty="0">
                        <a:solidFill>
                          <a:srgbClr val="FF0000"/>
                        </a:solidFill>
                      </a:rPr>
                      <a:t>   </a:t>
                    </a:r>
                    <a:r>
                      <a:rPr kumimoji="1" lang="en-US" altLang="ko-KR" dirty="0">
                        <a:solidFill>
                          <a:srgbClr val="FF0000"/>
                        </a:solidFill>
                      </a:rPr>
                      <a:t>8</a:t>
                    </a:r>
                    <a:r>
                      <a:rPr kumimoji="1" lang="ko-KR" altLang="en-US" dirty="0"/>
                      <a:t>   </a:t>
                    </a:r>
                    <a:r>
                      <a:rPr kumimoji="1" lang="en-US" altLang="ko-KR" dirty="0">
                        <a:highlight>
                          <a:srgbClr val="00FF00"/>
                        </a:highlight>
                      </a:rPr>
                      <a:t>1</a:t>
                    </a:r>
                    <a:r>
                      <a:rPr kumimoji="1" lang="ko-KR" altLang="en-US" dirty="0"/>
                      <a:t>   </a:t>
                    </a:r>
                    <a:r>
                      <a:rPr kumimoji="1" lang="en-US" altLang="ko-KR" dirty="0"/>
                      <a:t>2</a:t>
                    </a:r>
                    <a:r>
                      <a:rPr kumimoji="1" lang="ko-KR" altLang="en-US" dirty="0"/>
                      <a:t>   </a:t>
                    </a:r>
                    <a:r>
                      <a:rPr kumimoji="1" lang="en-US" altLang="ko-KR" dirty="0"/>
                      <a:t>7</a:t>
                    </a:r>
                    <a:endParaRPr kumimoji="1" lang="ko-KR" altLang="en-US" dirty="0"/>
                  </a:p>
                </p:txBody>
              </p:sp>
              <p:sp>
                <p:nvSpPr>
                  <p:cNvPr id="21" name="TextBox 20">
                    <a:extLst>
                      <a:ext uri="{FF2B5EF4-FFF2-40B4-BE49-F238E27FC236}">
                        <a16:creationId xmlns:a16="http://schemas.microsoft.com/office/drawing/2014/main" id="{A872EC40-1FAA-E5F8-58BD-F67B3BF9893B}"/>
                      </a:ext>
                    </a:extLst>
                  </p:cNvPr>
                  <p:cNvSpPr txBox="1"/>
                  <p:nvPr/>
                </p:nvSpPr>
                <p:spPr>
                  <a:xfrm>
                    <a:off x="7929624" y="1647146"/>
                    <a:ext cx="3597460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kumimoji="1" lang="en-US" altLang="ko-KR" dirty="0"/>
                      <a:t>1</a:t>
                    </a:r>
                    <a:r>
                      <a:rPr kumimoji="1" lang="ko-KR" altLang="en-US" dirty="0"/>
                      <a:t>과 </a:t>
                    </a:r>
                    <a:r>
                      <a:rPr kumimoji="1" lang="en-US" altLang="ko-KR" dirty="0"/>
                      <a:t>3,</a:t>
                    </a:r>
                    <a:r>
                      <a:rPr kumimoji="1" lang="ko-KR" altLang="en-US" dirty="0"/>
                      <a:t> </a:t>
                    </a:r>
                    <a:r>
                      <a:rPr kumimoji="1" lang="en-US" altLang="ko-KR" dirty="0"/>
                      <a:t>5</a:t>
                    </a:r>
                    <a:r>
                      <a:rPr kumimoji="1" lang="ko-KR" altLang="en-US" dirty="0"/>
                      <a:t> 비교</a:t>
                    </a:r>
                    <a:r>
                      <a:rPr kumimoji="1" lang="en-US" altLang="ko-KR" dirty="0"/>
                      <a:t>.</a:t>
                    </a:r>
                    <a:r>
                      <a:rPr kumimoji="1" lang="ko-KR" altLang="en-US" dirty="0"/>
                      <a:t> </a:t>
                    </a:r>
                    <a:r>
                      <a:rPr kumimoji="1" lang="en-US" altLang="ko-KR" dirty="0"/>
                      <a:t>3,</a:t>
                    </a:r>
                    <a:r>
                      <a:rPr kumimoji="1" lang="ko-KR" altLang="en-US" dirty="0"/>
                      <a:t> </a:t>
                    </a:r>
                    <a:r>
                      <a:rPr kumimoji="1" lang="en-US" altLang="ko-KR" dirty="0"/>
                      <a:t>5,</a:t>
                    </a:r>
                    <a:r>
                      <a:rPr kumimoji="1" lang="ko-KR" altLang="en-US" dirty="0"/>
                      <a:t> </a:t>
                    </a:r>
                    <a:r>
                      <a:rPr kumimoji="1" lang="en-US" altLang="ko-KR" dirty="0"/>
                      <a:t>8</a:t>
                    </a:r>
                    <a:r>
                      <a:rPr kumimoji="1" lang="ko-KR" altLang="en-US" dirty="0"/>
                      <a:t> 이동</a:t>
                    </a:r>
                    <a:r>
                      <a:rPr kumimoji="1" lang="en-US" altLang="ko-KR" dirty="0"/>
                      <a:t>,</a:t>
                    </a:r>
                    <a:r>
                      <a:rPr kumimoji="1" lang="ko-KR" altLang="en-US" dirty="0"/>
                      <a:t> </a:t>
                    </a:r>
                    <a:r>
                      <a:rPr kumimoji="1" lang="en-US" altLang="ko-KR" dirty="0"/>
                      <a:t>1</a:t>
                    </a:r>
                    <a:r>
                      <a:rPr kumimoji="1" lang="ko-KR" altLang="en-US" dirty="0"/>
                      <a:t>삽입</a:t>
                    </a:r>
                    <a:endParaRPr kumimoji="1" lang="en-US" altLang="ko-KR" dirty="0"/>
                  </a:p>
                </p:txBody>
              </p:sp>
            </p:grpSp>
            <p:grpSp>
              <p:nvGrpSpPr>
                <p:cNvPr id="10" name="그룹 9">
                  <a:extLst>
                    <a:ext uri="{FF2B5EF4-FFF2-40B4-BE49-F238E27FC236}">
                      <a16:creationId xmlns:a16="http://schemas.microsoft.com/office/drawing/2014/main" id="{A7779E04-3E32-ED95-A1C0-5BF09E379371}"/>
                    </a:ext>
                  </a:extLst>
                </p:cNvPr>
                <p:cNvGrpSpPr/>
                <p:nvPr/>
              </p:nvGrpSpPr>
              <p:grpSpPr>
                <a:xfrm>
                  <a:off x="2721938" y="2016478"/>
                  <a:ext cx="6841467" cy="369332"/>
                  <a:chOff x="2721938" y="1647146"/>
                  <a:chExt cx="6841467" cy="369332"/>
                </a:xfrm>
              </p:grpSpPr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EA2042F9-5151-505E-3D21-21E2F95A907C}"/>
                      </a:ext>
                    </a:extLst>
                  </p:cNvPr>
                  <p:cNvSpPr txBox="1"/>
                  <p:nvPr/>
                </p:nvSpPr>
                <p:spPr>
                  <a:xfrm>
                    <a:off x="3891336" y="1647146"/>
                    <a:ext cx="772969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kumimoji="1" lang="en-US" altLang="ko-KR" dirty="0"/>
                      <a:t>2</a:t>
                    </a:r>
                    <a:r>
                      <a:rPr kumimoji="1" lang="ko-KR" altLang="en-US" dirty="0"/>
                      <a:t>단계</a:t>
                    </a:r>
                    <a:endParaRPr kumimoji="1" lang="en-US" altLang="ko-KR" dirty="0"/>
                  </a:p>
                </p:txBody>
              </p:sp>
              <p:sp>
                <p:nvSpPr>
                  <p:cNvPr id="15" name="TextBox 14">
                    <a:extLst>
                      <a:ext uri="{FF2B5EF4-FFF2-40B4-BE49-F238E27FC236}">
                        <a16:creationId xmlns:a16="http://schemas.microsoft.com/office/drawing/2014/main" id="{17ABF295-F6F9-494C-F417-0C221539236E}"/>
                      </a:ext>
                    </a:extLst>
                  </p:cNvPr>
                  <p:cNvSpPr txBox="1"/>
                  <p:nvPr/>
                </p:nvSpPr>
                <p:spPr>
                  <a:xfrm>
                    <a:off x="2721938" y="1647146"/>
                    <a:ext cx="18473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endParaRPr kumimoji="1" lang="en-US" altLang="ko-KR" dirty="0"/>
                  </a:p>
                </p:txBody>
              </p:sp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A56419FB-75A0-C309-F1F2-8BD570B6E683}"/>
                      </a:ext>
                    </a:extLst>
                  </p:cNvPr>
                  <p:cNvSpPr txBox="1"/>
                  <p:nvPr/>
                </p:nvSpPr>
                <p:spPr>
                  <a:xfrm>
                    <a:off x="5211571" y="1647146"/>
                    <a:ext cx="2170787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kumimoji="1" lang="en-US" altLang="ko-KR" dirty="0">
                        <a:solidFill>
                          <a:srgbClr val="FF0000"/>
                        </a:solidFill>
                      </a:rPr>
                      <a:t>1</a:t>
                    </a:r>
                    <a:r>
                      <a:rPr kumimoji="1" lang="ko-KR" altLang="en-US" dirty="0">
                        <a:solidFill>
                          <a:srgbClr val="FF0000"/>
                        </a:solidFill>
                      </a:rPr>
                      <a:t>   </a:t>
                    </a:r>
                    <a:r>
                      <a:rPr kumimoji="1" lang="en-US" altLang="ko-KR" dirty="0">
                        <a:solidFill>
                          <a:srgbClr val="FF0000"/>
                        </a:solidFill>
                      </a:rPr>
                      <a:t>3</a:t>
                    </a:r>
                    <a:r>
                      <a:rPr kumimoji="1" lang="ko-KR" altLang="en-US" dirty="0">
                        <a:solidFill>
                          <a:srgbClr val="FF0000"/>
                        </a:solidFill>
                      </a:rPr>
                      <a:t>   </a:t>
                    </a:r>
                    <a:r>
                      <a:rPr kumimoji="1" lang="en-US" altLang="ko-KR" dirty="0">
                        <a:solidFill>
                          <a:srgbClr val="FF0000"/>
                        </a:solidFill>
                      </a:rPr>
                      <a:t>5</a:t>
                    </a:r>
                    <a:r>
                      <a:rPr kumimoji="1" lang="ko-KR" altLang="en-US" dirty="0"/>
                      <a:t>   </a:t>
                    </a:r>
                    <a:r>
                      <a:rPr kumimoji="1" lang="en-US" altLang="ko-KR" dirty="0">
                        <a:solidFill>
                          <a:srgbClr val="FF0000"/>
                        </a:solidFill>
                      </a:rPr>
                      <a:t>8</a:t>
                    </a:r>
                    <a:r>
                      <a:rPr kumimoji="1" lang="ko-KR" altLang="en-US" dirty="0"/>
                      <a:t>   </a:t>
                    </a:r>
                    <a:r>
                      <a:rPr kumimoji="1" lang="en-US" altLang="ko-KR" dirty="0"/>
                      <a:t>2</a:t>
                    </a:r>
                    <a:r>
                      <a:rPr kumimoji="1" lang="ko-KR" altLang="en-US" dirty="0"/>
                      <a:t>   </a:t>
                    </a:r>
                    <a:r>
                      <a:rPr kumimoji="1" lang="en-US" altLang="ko-KR" dirty="0"/>
                      <a:t>7</a:t>
                    </a:r>
                    <a:endParaRPr kumimoji="1" lang="ko-KR" altLang="en-US" dirty="0"/>
                  </a:p>
                </p:txBody>
              </p:sp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C400BE07-687E-E3CA-A4EC-A43D326EFB76}"/>
                      </a:ext>
                    </a:extLst>
                  </p:cNvPr>
                  <p:cNvSpPr txBox="1"/>
                  <p:nvPr/>
                </p:nvSpPr>
                <p:spPr>
                  <a:xfrm>
                    <a:off x="7929624" y="1647146"/>
                    <a:ext cx="163378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kumimoji="1" lang="en-US" altLang="ko-KR" dirty="0"/>
                      <a:t>1,</a:t>
                    </a:r>
                    <a:r>
                      <a:rPr kumimoji="1" lang="ko-KR" altLang="en-US" dirty="0"/>
                      <a:t> </a:t>
                    </a:r>
                    <a:r>
                      <a:rPr kumimoji="1" lang="en-US" altLang="ko-KR" dirty="0"/>
                      <a:t>3,</a:t>
                    </a:r>
                    <a:r>
                      <a:rPr kumimoji="1" lang="ko-KR" altLang="en-US" dirty="0"/>
                      <a:t> </a:t>
                    </a:r>
                    <a:r>
                      <a:rPr kumimoji="1" lang="en-US" altLang="ko-KR" dirty="0"/>
                      <a:t>5,</a:t>
                    </a:r>
                    <a:r>
                      <a:rPr kumimoji="1" lang="ko-KR" altLang="en-US" dirty="0"/>
                      <a:t> </a:t>
                    </a:r>
                    <a:r>
                      <a:rPr kumimoji="1" lang="en-US" altLang="ko-KR" dirty="0"/>
                      <a:t>8</a:t>
                    </a:r>
                    <a:r>
                      <a:rPr kumimoji="1" lang="ko-KR" altLang="en-US" dirty="0"/>
                      <a:t> 정렬</a:t>
                    </a:r>
                    <a:endParaRPr kumimoji="1" lang="en-US" altLang="ko-KR" dirty="0"/>
                  </a:p>
                </p:txBody>
              </p:sp>
            </p:grpSp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5A464540-90D2-71C9-9FAB-2DCB041BB31B}"/>
                    </a:ext>
                  </a:extLst>
                </p:cNvPr>
                <p:cNvSpPr txBox="1"/>
                <p:nvPr/>
              </p:nvSpPr>
              <p:spPr>
                <a:xfrm>
                  <a:off x="2721938" y="2385810"/>
                  <a:ext cx="1847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kumimoji="1" lang="en-US" altLang="ko-KR" dirty="0"/>
                </a:p>
              </p:txBody>
            </p:sp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22D14AFF-DCD6-0D3A-FD73-13CDBF419F9B}"/>
                    </a:ext>
                  </a:extLst>
                </p:cNvPr>
                <p:cNvSpPr txBox="1"/>
                <p:nvPr/>
              </p:nvSpPr>
              <p:spPr>
                <a:xfrm>
                  <a:off x="2721938" y="2755142"/>
                  <a:ext cx="1847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kumimoji="1" lang="en-US" altLang="ko-KR" dirty="0"/>
                </a:p>
              </p:txBody>
            </p:sp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C9637FF3-C1D8-8102-8E75-B9762D79B7E9}"/>
                    </a:ext>
                  </a:extLst>
                </p:cNvPr>
                <p:cNvSpPr txBox="1"/>
                <p:nvPr/>
              </p:nvSpPr>
              <p:spPr>
                <a:xfrm>
                  <a:off x="2721938" y="3124474"/>
                  <a:ext cx="1847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kumimoji="1" lang="en-US" altLang="ko-KR" dirty="0"/>
                </a:p>
              </p:txBody>
            </p:sp>
          </p:grpSp>
          <p:grpSp>
            <p:nvGrpSpPr>
              <p:cNvPr id="69" name="그룹 68">
                <a:extLst>
                  <a:ext uri="{FF2B5EF4-FFF2-40B4-BE49-F238E27FC236}">
                    <a16:creationId xmlns:a16="http://schemas.microsoft.com/office/drawing/2014/main" id="{1B35D2B0-C4B2-CB32-44E8-6422A02CE622}"/>
                  </a:ext>
                </a:extLst>
              </p:cNvPr>
              <p:cNvGrpSpPr/>
              <p:nvPr/>
            </p:nvGrpSpPr>
            <p:grpSpPr>
              <a:xfrm>
                <a:off x="2567465" y="3101834"/>
                <a:ext cx="9064832" cy="1846660"/>
                <a:chOff x="2721938" y="1647146"/>
                <a:chExt cx="9064832" cy="1846660"/>
              </a:xfrm>
            </p:grpSpPr>
            <p:grpSp>
              <p:nvGrpSpPr>
                <p:cNvPr id="70" name="그룹 69">
                  <a:extLst>
                    <a:ext uri="{FF2B5EF4-FFF2-40B4-BE49-F238E27FC236}">
                      <a16:creationId xmlns:a16="http://schemas.microsoft.com/office/drawing/2014/main" id="{4371F5D2-A78F-B2D2-8FC4-5F6C0F106620}"/>
                    </a:ext>
                  </a:extLst>
                </p:cNvPr>
                <p:cNvGrpSpPr/>
                <p:nvPr/>
              </p:nvGrpSpPr>
              <p:grpSpPr>
                <a:xfrm>
                  <a:off x="2721938" y="1647146"/>
                  <a:ext cx="9064832" cy="369332"/>
                  <a:chOff x="2721938" y="1647146"/>
                  <a:chExt cx="9064832" cy="369332"/>
                </a:xfrm>
              </p:grpSpPr>
              <p:sp>
                <p:nvSpPr>
                  <p:cNvPr id="79" name="TextBox 78">
                    <a:extLst>
                      <a:ext uri="{FF2B5EF4-FFF2-40B4-BE49-F238E27FC236}">
                        <a16:creationId xmlns:a16="http://schemas.microsoft.com/office/drawing/2014/main" id="{7392CB88-94CC-103C-B3D7-FD7AB8558140}"/>
                      </a:ext>
                    </a:extLst>
                  </p:cNvPr>
                  <p:cNvSpPr txBox="1"/>
                  <p:nvPr/>
                </p:nvSpPr>
                <p:spPr>
                  <a:xfrm>
                    <a:off x="3891336" y="1647146"/>
                    <a:ext cx="772969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kumimoji="1" lang="en-US" altLang="ko-KR" dirty="0"/>
                      <a:t>1</a:t>
                    </a:r>
                    <a:r>
                      <a:rPr kumimoji="1" lang="ko-KR" altLang="en-US" dirty="0"/>
                      <a:t>단계</a:t>
                    </a:r>
                    <a:endParaRPr kumimoji="1" lang="en-US" altLang="ko-KR" dirty="0"/>
                  </a:p>
                </p:txBody>
              </p:sp>
              <p:sp>
                <p:nvSpPr>
                  <p:cNvPr id="80" name="TextBox 79">
                    <a:extLst>
                      <a:ext uri="{FF2B5EF4-FFF2-40B4-BE49-F238E27FC236}">
                        <a16:creationId xmlns:a16="http://schemas.microsoft.com/office/drawing/2014/main" id="{A4958578-B874-8513-0080-690A0E094855}"/>
                      </a:ext>
                    </a:extLst>
                  </p:cNvPr>
                  <p:cNvSpPr txBox="1"/>
                  <p:nvPr/>
                </p:nvSpPr>
                <p:spPr>
                  <a:xfrm>
                    <a:off x="2721938" y="1647146"/>
                    <a:ext cx="100380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kumimoji="1" lang="en-US" altLang="ko-KR" dirty="0"/>
                      <a:t>4</a:t>
                    </a:r>
                    <a:r>
                      <a:rPr kumimoji="1" lang="ko-KR" altLang="en-US" dirty="0"/>
                      <a:t>라운드</a:t>
                    </a:r>
                    <a:endParaRPr kumimoji="1" lang="en-US" altLang="ko-KR" dirty="0"/>
                  </a:p>
                </p:txBody>
              </p:sp>
              <p:sp>
                <p:nvSpPr>
                  <p:cNvPr id="81" name="TextBox 80">
                    <a:extLst>
                      <a:ext uri="{FF2B5EF4-FFF2-40B4-BE49-F238E27FC236}">
                        <a16:creationId xmlns:a16="http://schemas.microsoft.com/office/drawing/2014/main" id="{8F0C397B-CE55-5CF0-E2D4-03178C45805C}"/>
                      </a:ext>
                    </a:extLst>
                  </p:cNvPr>
                  <p:cNvSpPr txBox="1"/>
                  <p:nvPr/>
                </p:nvSpPr>
                <p:spPr>
                  <a:xfrm>
                    <a:off x="5211571" y="1647146"/>
                    <a:ext cx="2170787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kumimoji="1" lang="en-US" altLang="ko-KR" dirty="0">
                        <a:solidFill>
                          <a:srgbClr val="FF0000"/>
                        </a:solidFill>
                      </a:rPr>
                      <a:t>1</a:t>
                    </a:r>
                    <a:r>
                      <a:rPr kumimoji="1" lang="ko-KR" altLang="en-US" dirty="0">
                        <a:solidFill>
                          <a:srgbClr val="FF0000"/>
                        </a:solidFill>
                      </a:rPr>
                      <a:t>   </a:t>
                    </a:r>
                    <a:r>
                      <a:rPr kumimoji="1" lang="en-US" altLang="ko-KR" dirty="0">
                        <a:solidFill>
                          <a:srgbClr val="FF0000"/>
                        </a:solidFill>
                      </a:rPr>
                      <a:t>3</a:t>
                    </a:r>
                    <a:r>
                      <a:rPr kumimoji="1" lang="ko-KR" altLang="en-US" dirty="0">
                        <a:solidFill>
                          <a:srgbClr val="FF0000"/>
                        </a:solidFill>
                      </a:rPr>
                      <a:t>   </a:t>
                    </a:r>
                    <a:r>
                      <a:rPr kumimoji="1" lang="en-US" altLang="ko-KR" dirty="0">
                        <a:solidFill>
                          <a:srgbClr val="FF0000"/>
                        </a:solidFill>
                      </a:rPr>
                      <a:t>5</a:t>
                    </a:r>
                    <a:r>
                      <a:rPr kumimoji="1" lang="ko-KR" altLang="en-US" dirty="0"/>
                      <a:t>   </a:t>
                    </a:r>
                    <a:r>
                      <a:rPr kumimoji="1" lang="en-US" altLang="ko-KR" dirty="0">
                        <a:solidFill>
                          <a:srgbClr val="FF0000"/>
                        </a:solidFill>
                      </a:rPr>
                      <a:t>8</a:t>
                    </a:r>
                    <a:r>
                      <a:rPr kumimoji="1" lang="ko-KR" altLang="en-US" dirty="0"/>
                      <a:t>   </a:t>
                    </a:r>
                    <a:r>
                      <a:rPr kumimoji="1" lang="en-US" altLang="ko-KR" dirty="0">
                        <a:highlight>
                          <a:srgbClr val="00FF00"/>
                        </a:highlight>
                      </a:rPr>
                      <a:t>2</a:t>
                    </a:r>
                    <a:r>
                      <a:rPr kumimoji="1" lang="ko-KR" altLang="en-US" dirty="0"/>
                      <a:t>   </a:t>
                    </a:r>
                    <a:r>
                      <a:rPr kumimoji="1" lang="en-US" altLang="ko-KR" dirty="0"/>
                      <a:t>7</a:t>
                    </a:r>
                    <a:endParaRPr kumimoji="1" lang="ko-KR" altLang="en-US" dirty="0"/>
                  </a:p>
                </p:txBody>
              </p:sp>
              <p:sp>
                <p:nvSpPr>
                  <p:cNvPr id="82" name="TextBox 81">
                    <a:extLst>
                      <a:ext uri="{FF2B5EF4-FFF2-40B4-BE49-F238E27FC236}">
                        <a16:creationId xmlns:a16="http://schemas.microsoft.com/office/drawing/2014/main" id="{3ACD008F-F7EC-DF6A-863B-B17FD655BB82}"/>
                      </a:ext>
                    </a:extLst>
                  </p:cNvPr>
                  <p:cNvSpPr txBox="1"/>
                  <p:nvPr/>
                </p:nvSpPr>
                <p:spPr>
                  <a:xfrm>
                    <a:off x="7929624" y="1647146"/>
                    <a:ext cx="385714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kumimoji="1" lang="en-US" altLang="ko-KR" dirty="0"/>
                      <a:t>2</a:t>
                    </a:r>
                    <a:r>
                      <a:rPr kumimoji="1" lang="ko-KR" altLang="en-US" dirty="0"/>
                      <a:t>와 </a:t>
                    </a:r>
                    <a:r>
                      <a:rPr kumimoji="1" lang="en-US" altLang="ko-KR" dirty="0"/>
                      <a:t>3,</a:t>
                    </a:r>
                    <a:r>
                      <a:rPr kumimoji="1" lang="ko-KR" altLang="en-US" dirty="0"/>
                      <a:t> </a:t>
                    </a:r>
                    <a:r>
                      <a:rPr kumimoji="1" lang="en-US" altLang="ko-KR" dirty="0"/>
                      <a:t>5,</a:t>
                    </a:r>
                    <a:r>
                      <a:rPr kumimoji="1" lang="ko-KR" altLang="en-US" dirty="0"/>
                      <a:t> </a:t>
                    </a:r>
                    <a:r>
                      <a:rPr kumimoji="1" lang="en-US" altLang="ko-KR" dirty="0"/>
                      <a:t>8</a:t>
                    </a:r>
                    <a:r>
                      <a:rPr kumimoji="1" lang="ko-KR" altLang="en-US" dirty="0"/>
                      <a:t>비교</a:t>
                    </a:r>
                    <a:r>
                      <a:rPr kumimoji="1" lang="en-US" altLang="ko-KR" dirty="0"/>
                      <a:t>.</a:t>
                    </a:r>
                    <a:r>
                      <a:rPr kumimoji="1" lang="ko-KR" altLang="en-US" dirty="0"/>
                      <a:t> </a:t>
                    </a:r>
                    <a:r>
                      <a:rPr kumimoji="1" lang="en-US" altLang="ko-KR" dirty="0"/>
                      <a:t>3,</a:t>
                    </a:r>
                    <a:r>
                      <a:rPr kumimoji="1" lang="ko-KR" altLang="en-US" dirty="0"/>
                      <a:t> </a:t>
                    </a:r>
                    <a:r>
                      <a:rPr kumimoji="1" lang="en-US" altLang="ko-KR" dirty="0"/>
                      <a:t>5,</a:t>
                    </a:r>
                    <a:r>
                      <a:rPr kumimoji="1" lang="ko-KR" altLang="en-US" dirty="0"/>
                      <a:t> </a:t>
                    </a:r>
                    <a:r>
                      <a:rPr kumimoji="1" lang="en-US" altLang="ko-KR" dirty="0"/>
                      <a:t>8</a:t>
                    </a:r>
                    <a:r>
                      <a:rPr kumimoji="1" lang="ko-KR" altLang="en-US" dirty="0"/>
                      <a:t> 이동</a:t>
                    </a:r>
                    <a:r>
                      <a:rPr kumimoji="1" lang="en-US" altLang="ko-KR" dirty="0"/>
                      <a:t>.</a:t>
                    </a:r>
                    <a:r>
                      <a:rPr kumimoji="1" lang="ko-KR" altLang="en-US" dirty="0"/>
                      <a:t> </a:t>
                    </a:r>
                    <a:r>
                      <a:rPr kumimoji="1" lang="en-US" altLang="ko-KR" dirty="0"/>
                      <a:t>2</a:t>
                    </a:r>
                    <a:r>
                      <a:rPr kumimoji="1" lang="ko-KR" altLang="en-US" dirty="0"/>
                      <a:t> 삽입</a:t>
                    </a:r>
                    <a:endParaRPr kumimoji="1" lang="en-US" altLang="ko-KR" dirty="0"/>
                  </a:p>
                </p:txBody>
              </p:sp>
            </p:grpSp>
            <p:grpSp>
              <p:nvGrpSpPr>
                <p:cNvPr id="71" name="그룹 70">
                  <a:extLst>
                    <a:ext uri="{FF2B5EF4-FFF2-40B4-BE49-F238E27FC236}">
                      <a16:creationId xmlns:a16="http://schemas.microsoft.com/office/drawing/2014/main" id="{D9B78189-59D3-95A1-A49C-7CA74B5F6572}"/>
                    </a:ext>
                  </a:extLst>
                </p:cNvPr>
                <p:cNvGrpSpPr/>
                <p:nvPr/>
              </p:nvGrpSpPr>
              <p:grpSpPr>
                <a:xfrm>
                  <a:off x="2721938" y="2016478"/>
                  <a:ext cx="7101153" cy="369332"/>
                  <a:chOff x="2721938" y="1647146"/>
                  <a:chExt cx="7101153" cy="369332"/>
                </a:xfrm>
              </p:grpSpPr>
              <p:sp>
                <p:nvSpPr>
                  <p:cNvPr id="75" name="TextBox 74">
                    <a:extLst>
                      <a:ext uri="{FF2B5EF4-FFF2-40B4-BE49-F238E27FC236}">
                        <a16:creationId xmlns:a16="http://schemas.microsoft.com/office/drawing/2014/main" id="{FF23508D-7E8F-348E-94AA-C7FD037F1A9E}"/>
                      </a:ext>
                    </a:extLst>
                  </p:cNvPr>
                  <p:cNvSpPr txBox="1"/>
                  <p:nvPr/>
                </p:nvSpPr>
                <p:spPr>
                  <a:xfrm>
                    <a:off x="3891336" y="1647146"/>
                    <a:ext cx="772969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kumimoji="1" lang="en-US" altLang="ko-KR" dirty="0"/>
                      <a:t>2</a:t>
                    </a:r>
                    <a:r>
                      <a:rPr kumimoji="1" lang="ko-KR" altLang="en-US" dirty="0"/>
                      <a:t>단계</a:t>
                    </a:r>
                    <a:endParaRPr kumimoji="1" lang="en-US" altLang="ko-KR" dirty="0"/>
                  </a:p>
                </p:txBody>
              </p:sp>
              <p:sp>
                <p:nvSpPr>
                  <p:cNvPr id="76" name="TextBox 75">
                    <a:extLst>
                      <a:ext uri="{FF2B5EF4-FFF2-40B4-BE49-F238E27FC236}">
                        <a16:creationId xmlns:a16="http://schemas.microsoft.com/office/drawing/2014/main" id="{0E3B8891-D03C-51F0-FD8F-B6FAFA748104}"/>
                      </a:ext>
                    </a:extLst>
                  </p:cNvPr>
                  <p:cNvSpPr txBox="1"/>
                  <p:nvPr/>
                </p:nvSpPr>
                <p:spPr>
                  <a:xfrm>
                    <a:off x="2721938" y="1647146"/>
                    <a:ext cx="18473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endParaRPr kumimoji="1" lang="en-US" altLang="ko-KR" dirty="0"/>
                  </a:p>
                </p:txBody>
              </p:sp>
              <p:sp>
                <p:nvSpPr>
                  <p:cNvPr id="77" name="TextBox 76">
                    <a:extLst>
                      <a:ext uri="{FF2B5EF4-FFF2-40B4-BE49-F238E27FC236}">
                        <a16:creationId xmlns:a16="http://schemas.microsoft.com/office/drawing/2014/main" id="{996B2479-37C1-8317-FDA3-27D487FACBCF}"/>
                      </a:ext>
                    </a:extLst>
                  </p:cNvPr>
                  <p:cNvSpPr txBox="1"/>
                  <p:nvPr/>
                </p:nvSpPr>
                <p:spPr>
                  <a:xfrm>
                    <a:off x="5211571" y="1647146"/>
                    <a:ext cx="2170787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kumimoji="1" lang="en-US" altLang="ko-KR" dirty="0">
                        <a:solidFill>
                          <a:srgbClr val="FF0000"/>
                        </a:solidFill>
                      </a:rPr>
                      <a:t>1</a:t>
                    </a:r>
                    <a:r>
                      <a:rPr kumimoji="1" lang="ko-KR" altLang="en-US" dirty="0">
                        <a:solidFill>
                          <a:srgbClr val="FF0000"/>
                        </a:solidFill>
                      </a:rPr>
                      <a:t>   </a:t>
                    </a:r>
                    <a:r>
                      <a:rPr kumimoji="1" lang="en-US" altLang="ko-KR" dirty="0">
                        <a:solidFill>
                          <a:srgbClr val="FF0000"/>
                        </a:solidFill>
                      </a:rPr>
                      <a:t>2</a:t>
                    </a:r>
                    <a:r>
                      <a:rPr kumimoji="1" lang="ko-KR" altLang="en-US" dirty="0">
                        <a:solidFill>
                          <a:srgbClr val="FF0000"/>
                        </a:solidFill>
                      </a:rPr>
                      <a:t>   </a:t>
                    </a:r>
                    <a:r>
                      <a:rPr kumimoji="1" lang="en-US" altLang="ko-KR" dirty="0">
                        <a:solidFill>
                          <a:srgbClr val="FF0000"/>
                        </a:solidFill>
                      </a:rPr>
                      <a:t>3</a:t>
                    </a:r>
                    <a:r>
                      <a:rPr kumimoji="1" lang="ko-KR" altLang="en-US" dirty="0"/>
                      <a:t>   </a:t>
                    </a:r>
                    <a:r>
                      <a:rPr kumimoji="1" lang="en-US" altLang="ko-KR" dirty="0">
                        <a:solidFill>
                          <a:srgbClr val="FF0000"/>
                        </a:solidFill>
                      </a:rPr>
                      <a:t>5</a:t>
                    </a:r>
                    <a:r>
                      <a:rPr kumimoji="1" lang="ko-KR" altLang="en-US" dirty="0"/>
                      <a:t>   </a:t>
                    </a:r>
                    <a:r>
                      <a:rPr kumimoji="1" lang="en-US" altLang="ko-KR" dirty="0">
                        <a:solidFill>
                          <a:srgbClr val="FF0000"/>
                        </a:solidFill>
                      </a:rPr>
                      <a:t>8</a:t>
                    </a:r>
                    <a:r>
                      <a:rPr kumimoji="1" lang="ko-KR" altLang="en-US" dirty="0"/>
                      <a:t>   </a:t>
                    </a:r>
                    <a:r>
                      <a:rPr kumimoji="1" lang="en-US" altLang="ko-KR" dirty="0"/>
                      <a:t>7</a:t>
                    </a:r>
                    <a:endParaRPr kumimoji="1" lang="ko-KR" altLang="en-US" dirty="0"/>
                  </a:p>
                </p:txBody>
              </p:sp>
              <p:sp>
                <p:nvSpPr>
                  <p:cNvPr id="78" name="TextBox 77">
                    <a:extLst>
                      <a:ext uri="{FF2B5EF4-FFF2-40B4-BE49-F238E27FC236}">
                        <a16:creationId xmlns:a16="http://schemas.microsoft.com/office/drawing/2014/main" id="{0883ABA7-F209-99BD-9001-933F66F99643}"/>
                      </a:ext>
                    </a:extLst>
                  </p:cNvPr>
                  <p:cNvSpPr txBox="1"/>
                  <p:nvPr/>
                </p:nvSpPr>
                <p:spPr>
                  <a:xfrm>
                    <a:off x="7929624" y="1647146"/>
                    <a:ext cx="1893467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kumimoji="1" lang="en-US" altLang="ko-KR" dirty="0"/>
                      <a:t>1,</a:t>
                    </a:r>
                    <a:r>
                      <a:rPr kumimoji="1" lang="ko-KR" altLang="en-US" dirty="0"/>
                      <a:t> </a:t>
                    </a:r>
                    <a:r>
                      <a:rPr kumimoji="1" lang="en-US" altLang="ko-KR" dirty="0"/>
                      <a:t>2,</a:t>
                    </a:r>
                    <a:r>
                      <a:rPr kumimoji="1" lang="ko-KR" altLang="en-US" dirty="0"/>
                      <a:t> </a:t>
                    </a:r>
                    <a:r>
                      <a:rPr kumimoji="1" lang="en-US" altLang="ko-KR" dirty="0"/>
                      <a:t>3,</a:t>
                    </a:r>
                    <a:r>
                      <a:rPr kumimoji="1" lang="ko-KR" altLang="en-US" dirty="0"/>
                      <a:t> </a:t>
                    </a:r>
                    <a:r>
                      <a:rPr kumimoji="1" lang="en-US" altLang="ko-KR" dirty="0"/>
                      <a:t>5,</a:t>
                    </a:r>
                    <a:r>
                      <a:rPr kumimoji="1" lang="ko-KR" altLang="en-US" dirty="0"/>
                      <a:t> </a:t>
                    </a:r>
                    <a:r>
                      <a:rPr kumimoji="1" lang="en-US" altLang="ko-KR" dirty="0"/>
                      <a:t>8</a:t>
                    </a:r>
                    <a:r>
                      <a:rPr kumimoji="1" lang="ko-KR" altLang="en-US" dirty="0"/>
                      <a:t> 정렬</a:t>
                    </a:r>
                    <a:endParaRPr kumimoji="1" lang="en-US" altLang="ko-KR" dirty="0"/>
                  </a:p>
                </p:txBody>
              </p:sp>
            </p:grpSp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630CC3FF-CBFA-D0F0-FB51-A3C5B5F76FE2}"/>
                    </a:ext>
                  </a:extLst>
                </p:cNvPr>
                <p:cNvSpPr txBox="1"/>
                <p:nvPr/>
              </p:nvSpPr>
              <p:spPr>
                <a:xfrm>
                  <a:off x="2721938" y="2385810"/>
                  <a:ext cx="1847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kumimoji="1" lang="en-US" altLang="ko-KR" dirty="0"/>
                </a:p>
              </p:txBody>
            </p:sp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27518D65-C252-0720-06F7-5DD91E3E50C1}"/>
                    </a:ext>
                  </a:extLst>
                </p:cNvPr>
                <p:cNvSpPr txBox="1"/>
                <p:nvPr/>
              </p:nvSpPr>
              <p:spPr>
                <a:xfrm>
                  <a:off x="2721938" y="2755142"/>
                  <a:ext cx="1847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kumimoji="1" lang="en-US" altLang="ko-KR" dirty="0"/>
                </a:p>
              </p:txBody>
            </p:sp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240AE3A7-82D6-4A96-2B3B-7E7A4DB65CB7}"/>
                    </a:ext>
                  </a:extLst>
                </p:cNvPr>
                <p:cNvSpPr txBox="1"/>
                <p:nvPr/>
              </p:nvSpPr>
              <p:spPr>
                <a:xfrm>
                  <a:off x="2721938" y="3124474"/>
                  <a:ext cx="1847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kumimoji="1" lang="en-US" altLang="ko-KR" dirty="0"/>
                </a:p>
              </p:txBody>
            </p:sp>
          </p:grpSp>
        </p:grpSp>
        <p:grpSp>
          <p:nvGrpSpPr>
            <p:cNvPr id="83" name="그룹 82">
              <a:extLst>
                <a:ext uri="{FF2B5EF4-FFF2-40B4-BE49-F238E27FC236}">
                  <a16:creationId xmlns:a16="http://schemas.microsoft.com/office/drawing/2014/main" id="{2EB63A0E-6A88-E78F-81A3-BA0491B66124}"/>
                </a:ext>
              </a:extLst>
            </p:cNvPr>
            <p:cNvGrpSpPr/>
            <p:nvPr/>
          </p:nvGrpSpPr>
          <p:grpSpPr>
            <a:xfrm>
              <a:off x="2567465" y="3829792"/>
              <a:ext cx="9960910" cy="1846660"/>
              <a:chOff x="2721938" y="1647146"/>
              <a:chExt cx="9960910" cy="1846660"/>
            </a:xfrm>
          </p:grpSpPr>
          <p:grpSp>
            <p:nvGrpSpPr>
              <p:cNvPr id="84" name="그룹 83">
                <a:extLst>
                  <a:ext uri="{FF2B5EF4-FFF2-40B4-BE49-F238E27FC236}">
                    <a16:creationId xmlns:a16="http://schemas.microsoft.com/office/drawing/2014/main" id="{C4BDFBB4-A7CA-504F-732B-5A77D9C35BF2}"/>
                  </a:ext>
                </a:extLst>
              </p:cNvPr>
              <p:cNvGrpSpPr/>
              <p:nvPr/>
            </p:nvGrpSpPr>
            <p:grpSpPr>
              <a:xfrm>
                <a:off x="2721938" y="1647146"/>
                <a:ext cx="9960910" cy="369332"/>
                <a:chOff x="2721938" y="1647146"/>
                <a:chExt cx="9960910" cy="369332"/>
              </a:xfrm>
            </p:grpSpPr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EA168354-6BC8-E9E2-AF8F-DDF194EC2892}"/>
                    </a:ext>
                  </a:extLst>
                </p:cNvPr>
                <p:cNvSpPr txBox="1"/>
                <p:nvPr/>
              </p:nvSpPr>
              <p:spPr>
                <a:xfrm>
                  <a:off x="3891336" y="1647146"/>
                  <a:ext cx="77296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ko-KR" dirty="0"/>
                    <a:t>1</a:t>
                  </a:r>
                  <a:r>
                    <a:rPr kumimoji="1" lang="ko-KR" altLang="en-US" dirty="0"/>
                    <a:t>단계</a:t>
                  </a:r>
                  <a:endParaRPr kumimoji="1" lang="en-US" altLang="ko-KR" dirty="0"/>
                </a:p>
              </p:txBody>
            </p:sp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8623BD48-E52F-8442-E67C-7C432D0E7E46}"/>
                    </a:ext>
                  </a:extLst>
                </p:cNvPr>
                <p:cNvSpPr txBox="1"/>
                <p:nvPr/>
              </p:nvSpPr>
              <p:spPr>
                <a:xfrm>
                  <a:off x="2721938" y="1647146"/>
                  <a:ext cx="100380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ko-KR" dirty="0"/>
                    <a:t>5</a:t>
                  </a:r>
                  <a:r>
                    <a:rPr kumimoji="1" lang="ko-KR" altLang="en-US" dirty="0"/>
                    <a:t>라운드</a:t>
                  </a:r>
                  <a:endParaRPr kumimoji="1" lang="en-US" altLang="ko-KR" dirty="0"/>
                </a:p>
              </p:txBody>
            </p:sp>
            <p:sp>
              <p:nvSpPr>
                <p:cNvPr id="95" name="TextBox 94">
                  <a:extLst>
                    <a:ext uri="{FF2B5EF4-FFF2-40B4-BE49-F238E27FC236}">
                      <a16:creationId xmlns:a16="http://schemas.microsoft.com/office/drawing/2014/main" id="{A7E1A7FE-763A-12ED-E042-3F2A94DC51D6}"/>
                    </a:ext>
                  </a:extLst>
                </p:cNvPr>
                <p:cNvSpPr txBox="1"/>
                <p:nvPr/>
              </p:nvSpPr>
              <p:spPr>
                <a:xfrm>
                  <a:off x="5211571" y="1647146"/>
                  <a:ext cx="217078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ko-KR" dirty="0">
                      <a:solidFill>
                        <a:srgbClr val="FF0000"/>
                      </a:solidFill>
                    </a:rPr>
                    <a:t>1</a:t>
                  </a:r>
                  <a:r>
                    <a:rPr kumimoji="1" lang="ko-KR" altLang="en-US" dirty="0">
                      <a:solidFill>
                        <a:srgbClr val="FF0000"/>
                      </a:solidFill>
                    </a:rPr>
                    <a:t>   </a:t>
                  </a:r>
                  <a:r>
                    <a:rPr kumimoji="1" lang="en-US" altLang="ko-KR" dirty="0">
                      <a:solidFill>
                        <a:srgbClr val="FF0000"/>
                      </a:solidFill>
                    </a:rPr>
                    <a:t>2</a:t>
                  </a:r>
                  <a:r>
                    <a:rPr kumimoji="1" lang="ko-KR" altLang="en-US" dirty="0">
                      <a:solidFill>
                        <a:srgbClr val="FF0000"/>
                      </a:solidFill>
                    </a:rPr>
                    <a:t>   </a:t>
                  </a:r>
                  <a:r>
                    <a:rPr kumimoji="1" lang="en-US" altLang="ko-KR" dirty="0">
                      <a:solidFill>
                        <a:srgbClr val="FF0000"/>
                      </a:solidFill>
                    </a:rPr>
                    <a:t>3</a:t>
                  </a:r>
                  <a:r>
                    <a:rPr kumimoji="1" lang="ko-KR" altLang="en-US" dirty="0"/>
                    <a:t>   </a:t>
                  </a:r>
                  <a:r>
                    <a:rPr kumimoji="1" lang="en-US" altLang="ko-KR" dirty="0">
                      <a:solidFill>
                        <a:srgbClr val="FF0000"/>
                      </a:solidFill>
                    </a:rPr>
                    <a:t>5</a:t>
                  </a:r>
                  <a:r>
                    <a:rPr kumimoji="1" lang="ko-KR" altLang="en-US" dirty="0"/>
                    <a:t>   </a:t>
                  </a:r>
                  <a:r>
                    <a:rPr kumimoji="1" lang="en-US" altLang="ko-KR" dirty="0">
                      <a:solidFill>
                        <a:srgbClr val="FF0000"/>
                      </a:solidFill>
                    </a:rPr>
                    <a:t>8</a:t>
                  </a:r>
                  <a:r>
                    <a:rPr kumimoji="1" lang="ko-KR" altLang="en-US" dirty="0"/>
                    <a:t>   </a:t>
                  </a:r>
                  <a:r>
                    <a:rPr kumimoji="1" lang="en-US" altLang="ko-KR" dirty="0">
                      <a:highlight>
                        <a:srgbClr val="00FF00"/>
                      </a:highlight>
                    </a:rPr>
                    <a:t>7</a:t>
                  </a:r>
                  <a:endParaRPr kumimoji="1" lang="ko-KR" altLang="en-US" dirty="0">
                    <a:highlight>
                      <a:srgbClr val="00FF00"/>
                    </a:highlight>
                  </a:endParaRPr>
                </a:p>
              </p:txBody>
            </p:sp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B0FBD75B-D76B-5EAA-D1F6-2330EEC5CFF2}"/>
                    </a:ext>
                  </a:extLst>
                </p:cNvPr>
                <p:cNvSpPr txBox="1"/>
                <p:nvPr/>
              </p:nvSpPr>
              <p:spPr>
                <a:xfrm>
                  <a:off x="7929624" y="1647146"/>
                  <a:ext cx="47532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ko-KR" dirty="0"/>
                    <a:t>7과 직전 원소들을 역순 비교</a:t>
                  </a:r>
                  <a:r>
                    <a:rPr kumimoji="1" lang="en-US" altLang="ko-KR" dirty="0"/>
                    <a:t>.</a:t>
                  </a:r>
                  <a:r>
                    <a:rPr kumimoji="1" lang="ko-KR" altLang="en-US" dirty="0"/>
                    <a:t> </a:t>
                  </a:r>
                  <a:r>
                    <a:rPr kumimoji="1" lang="en-US" altLang="ko-KR" dirty="0"/>
                    <a:t>8</a:t>
                  </a:r>
                  <a:r>
                    <a:rPr kumimoji="1" lang="ko-KR" altLang="en-US" dirty="0"/>
                    <a:t>이동</a:t>
                  </a:r>
                  <a:r>
                    <a:rPr kumimoji="1" lang="en-US" altLang="ko-KR" dirty="0"/>
                    <a:t>.</a:t>
                  </a:r>
                  <a:r>
                    <a:rPr kumimoji="1" lang="ko-KR" altLang="en-US" dirty="0"/>
                    <a:t> </a:t>
                  </a:r>
                  <a:r>
                    <a:rPr kumimoji="1" lang="en-US" altLang="ko-KR" dirty="0"/>
                    <a:t>7</a:t>
                  </a:r>
                  <a:r>
                    <a:rPr kumimoji="1" lang="ko-KR" altLang="en-US" dirty="0"/>
                    <a:t> 삽입</a:t>
                  </a:r>
                  <a:endParaRPr kumimoji="1" lang="en-US" altLang="ko-KR" dirty="0"/>
                </a:p>
              </p:txBody>
            </p:sp>
          </p:grpSp>
          <p:grpSp>
            <p:nvGrpSpPr>
              <p:cNvPr id="85" name="그룹 84">
                <a:extLst>
                  <a:ext uri="{FF2B5EF4-FFF2-40B4-BE49-F238E27FC236}">
                    <a16:creationId xmlns:a16="http://schemas.microsoft.com/office/drawing/2014/main" id="{5CE95FB6-F616-57E6-1589-8CE5EBC0DF76}"/>
                  </a:ext>
                </a:extLst>
              </p:cNvPr>
              <p:cNvGrpSpPr/>
              <p:nvPr/>
            </p:nvGrpSpPr>
            <p:grpSpPr>
              <a:xfrm>
                <a:off x="2721938" y="2016478"/>
                <a:ext cx="7904258" cy="369332"/>
                <a:chOff x="2721938" y="1647146"/>
                <a:chExt cx="7904258" cy="369332"/>
              </a:xfrm>
            </p:grpSpPr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BE36B14B-6B2D-58AC-2711-8D409ADC1AEC}"/>
                    </a:ext>
                  </a:extLst>
                </p:cNvPr>
                <p:cNvSpPr txBox="1"/>
                <p:nvPr/>
              </p:nvSpPr>
              <p:spPr>
                <a:xfrm>
                  <a:off x="3891336" y="1647146"/>
                  <a:ext cx="77296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ko-KR" dirty="0"/>
                    <a:t>2</a:t>
                  </a:r>
                  <a:r>
                    <a:rPr kumimoji="1" lang="ko-KR" altLang="en-US" dirty="0"/>
                    <a:t>단계</a:t>
                  </a:r>
                  <a:endParaRPr kumimoji="1" lang="en-US" altLang="ko-KR" dirty="0"/>
                </a:p>
              </p:txBody>
            </p:sp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8096A81E-A7D2-C0C9-DAC5-2CB6694B5B62}"/>
                    </a:ext>
                  </a:extLst>
                </p:cNvPr>
                <p:cNvSpPr txBox="1"/>
                <p:nvPr/>
              </p:nvSpPr>
              <p:spPr>
                <a:xfrm>
                  <a:off x="2721938" y="1647146"/>
                  <a:ext cx="1847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kumimoji="1" lang="en-US" altLang="ko-KR" dirty="0"/>
                </a:p>
              </p:txBody>
            </p:sp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A76E16A3-885D-0A15-BCBC-E129B0C5BEFA}"/>
                    </a:ext>
                  </a:extLst>
                </p:cNvPr>
                <p:cNvSpPr txBox="1"/>
                <p:nvPr/>
              </p:nvSpPr>
              <p:spPr>
                <a:xfrm>
                  <a:off x="5211571" y="1647146"/>
                  <a:ext cx="217078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ko-KR" dirty="0">
                      <a:solidFill>
                        <a:srgbClr val="FF0000"/>
                      </a:solidFill>
                    </a:rPr>
                    <a:t>1</a:t>
                  </a:r>
                  <a:r>
                    <a:rPr kumimoji="1" lang="ko-KR" altLang="en-US" dirty="0">
                      <a:solidFill>
                        <a:srgbClr val="FF0000"/>
                      </a:solidFill>
                    </a:rPr>
                    <a:t>   </a:t>
                  </a:r>
                  <a:r>
                    <a:rPr kumimoji="1" lang="en-US" altLang="ko-KR" dirty="0">
                      <a:solidFill>
                        <a:srgbClr val="FF0000"/>
                      </a:solidFill>
                    </a:rPr>
                    <a:t>2</a:t>
                  </a:r>
                  <a:r>
                    <a:rPr kumimoji="1" lang="ko-KR" altLang="en-US" dirty="0">
                      <a:solidFill>
                        <a:srgbClr val="FF0000"/>
                      </a:solidFill>
                    </a:rPr>
                    <a:t>   </a:t>
                  </a:r>
                  <a:r>
                    <a:rPr kumimoji="1" lang="en-US" altLang="ko-KR" dirty="0">
                      <a:solidFill>
                        <a:srgbClr val="FF0000"/>
                      </a:solidFill>
                    </a:rPr>
                    <a:t>3</a:t>
                  </a:r>
                  <a:r>
                    <a:rPr kumimoji="1" lang="ko-KR" altLang="en-US" dirty="0"/>
                    <a:t>   </a:t>
                  </a:r>
                  <a:r>
                    <a:rPr kumimoji="1" lang="en-US" altLang="ko-KR" dirty="0">
                      <a:solidFill>
                        <a:srgbClr val="FF0000"/>
                      </a:solidFill>
                    </a:rPr>
                    <a:t>5</a:t>
                  </a:r>
                  <a:r>
                    <a:rPr kumimoji="1" lang="ko-KR" altLang="en-US" dirty="0"/>
                    <a:t>   </a:t>
                  </a:r>
                  <a:r>
                    <a:rPr kumimoji="1" lang="en-US" altLang="ko-KR" dirty="0">
                      <a:solidFill>
                        <a:srgbClr val="FF0000"/>
                      </a:solidFill>
                    </a:rPr>
                    <a:t>7</a:t>
                  </a:r>
                  <a:r>
                    <a:rPr kumimoji="1" lang="ko-KR" altLang="en-US" dirty="0"/>
                    <a:t>   </a:t>
                  </a:r>
                  <a:r>
                    <a:rPr kumimoji="1" lang="en-US" altLang="ko-KR" dirty="0">
                      <a:solidFill>
                        <a:srgbClr val="FF0000"/>
                      </a:solidFill>
                    </a:rPr>
                    <a:t>8</a:t>
                  </a:r>
                  <a:endParaRPr kumimoji="1" lang="ko-KR" altLang="en-US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40CF8633-EA5C-F0AE-21A6-5EA6C9014BFD}"/>
                    </a:ext>
                  </a:extLst>
                </p:cNvPr>
                <p:cNvSpPr txBox="1"/>
                <p:nvPr/>
              </p:nvSpPr>
              <p:spPr>
                <a:xfrm>
                  <a:off x="7929624" y="1647146"/>
                  <a:ext cx="269657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ko-KR" dirty="0"/>
                    <a:t>1,</a:t>
                  </a:r>
                  <a:r>
                    <a:rPr kumimoji="1" lang="ko-KR" altLang="en-US" dirty="0"/>
                    <a:t> </a:t>
                  </a:r>
                  <a:r>
                    <a:rPr kumimoji="1" lang="en-US" altLang="ko-KR" dirty="0"/>
                    <a:t>2,</a:t>
                  </a:r>
                  <a:r>
                    <a:rPr kumimoji="1" lang="ko-KR" altLang="en-US" dirty="0"/>
                    <a:t> </a:t>
                  </a:r>
                  <a:r>
                    <a:rPr kumimoji="1" lang="en-US" altLang="ko-KR" dirty="0"/>
                    <a:t>3,</a:t>
                  </a:r>
                  <a:r>
                    <a:rPr kumimoji="1" lang="ko-KR" altLang="en-US" dirty="0"/>
                    <a:t> </a:t>
                  </a:r>
                  <a:r>
                    <a:rPr kumimoji="1" lang="en-US" altLang="ko-KR" dirty="0"/>
                    <a:t>5,</a:t>
                  </a:r>
                  <a:r>
                    <a:rPr kumimoji="1" lang="ko-KR" altLang="en-US" dirty="0"/>
                    <a:t> </a:t>
                  </a:r>
                  <a:r>
                    <a:rPr kumimoji="1" lang="en-US" altLang="ko-KR" dirty="0"/>
                    <a:t>7,</a:t>
                  </a:r>
                  <a:r>
                    <a:rPr kumimoji="1" lang="ko-KR" altLang="en-US" dirty="0"/>
                    <a:t> </a:t>
                  </a:r>
                  <a:r>
                    <a:rPr kumimoji="1" lang="en-US" altLang="ko-KR" dirty="0"/>
                    <a:t>8</a:t>
                  </a:r>
                  <a:r>
                    <a:rPr kumimoji="1" lang="ko-KR" altLang="en-US" dirty="0"/>
                    <a:t> 정렬 완료</a:t>
                  </a:r>
                  <a:endParaRPr kumimoji="1" lang="en-US" altLang="ko-KR" dirty="0"/>
                </a:p>
              </p:txBody>
            </p:sp>
          </p:grpSp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293C990E-771B-0265-0538-439B84145857}"/>
                  </a:ext>
                </a:extLst>
              </p:cNvPr>
              <p:cNvSpPr txBox="1"/>
              <p:nvPr/>
            </p:nvSpPr>
            <p:spPr>
              <a:xfrm>
                <a:off x="2721938" y="2385810"/>
                <a:ext cx="18473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endParaRPr kumimoji="1" lang="en-US" altLang="ko-KR" dirty="0"/>
              </a:p>
            </p:txBody>
          </p: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A5618A01-12BC-2767-A9F2-710E2C285E52}"/>
                  </a:ext>
                </a:extLst>
              </p:cNvPr>
              <p:cNvSpPr txBox="1"/>
              <p:nvPr/>
            </p:nvSpPr>
            <p:spPr>
              <a:xfrm>
                <a:off x="2721938" y="2755142"/>
                <a:ext cx="18473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endParaRPr kumimoji="1" lang="en-US" altLang="ko-KR" dirty="0"/>
              </a:p>
            </p:txBody>
          </p: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DEA513FA-F874-FB64-0862-BC10901883DC}"/>
                  </a:ext>
                </a:extLst>
              </p:cNvPr>
              <p:cNvSpPr txBox="1"/>
              <p:nvPr/>
            </p:nvSpPr>
            <p:spPr>
              <a:xfrm>
                <a:off x="2721938" y="3124474"/>
                <a:ext cx="18473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endParaRPr kumimoji="1" lang="en-US" altLang="ko-KR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867286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209</Words>
  <Application>Microsoft Macintosh PowerPoint</Application>
  <PresentationFormat>와이드스크린</PresentationFormat>
  <Paragraphs>36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이다연</dc:creator>
  <cp:lastModifiedBy>이다연</cp:lastModifiedBy>
  <cp:revision>3</cp:revision>
  <dcterms:created xsi:type="dcterms:W3CDTF">2026-08-21T02:11:42Z</dcterms:created>
  <dcterms:modified xsi:type="dcterms:W3CDTF">2026-08-21T02:25:02Z</dcterms:modified>
</cp:coreProperties>
</file>