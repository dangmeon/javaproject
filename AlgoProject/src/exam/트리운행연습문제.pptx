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565" r:id="rId2"/>
    <p:sldId id="570" r:id="rId3"/>
    <p:sldId id="569" r:id="rId4"/>
    <p:sldId id="572" r:id="rId5"/>
    <p:sldId id="57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603F3E-A068-AE46-BE89-92B2A78FB230}" type="datetimeFigureOut">
              <a:rPr kumimoji="1" lang="ko-KR" altLang="en-US" smtClean="0"/>
              <a:t>2026. 8. 19.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67BB4-CE1E-FF45-B714-04F51BC5B59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46753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67BB4-CE1E-FF45-B714-04F51BC5B597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60401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4D6D643-EA5E-489B-16B6-9B1728D3D8E8}"/>
              </a:ext>
            </a:extLst>
          </p:cNvPr>
          <p:cNvGrpSpPr>
            <a:grpSpLocks/>
          </p:cNvGrpSpPr>
          <p:nvPr/>
        </p:nvGrpSpPr>
        <p:grpSpPr bwMode="auto">
          <a:xfrm>
            <a:off x="179917" y="2233613"/>
            <a:ext cx="12012083" cy="1052512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3FFFF46B-82B5-2DEE-2B92-E15F53A09A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0888F1F1-90E0-A5D8-2B1B-071122621F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endParaRPr lang="ko-KR" altLang="en-US" sz="1800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52F12BF6-38C2-565F-3A4E-865D8C10E4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endParaRPr lang="ko-KR" altLang="en-US" sz="1800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B82D02BA-A651-6833-7D78-3C1DB87EC7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51E2B36-157C-B2B4-198A-724F678B9C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endParaRPr lang="ko-KR" altLang="en-US" sz="180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2BA6150-68A2-70E6-A07A-02A2CF037A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endParaRPr lang="ko-KR" altLang="en-US" sz="1800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A9FC6469-F1DE-85ED-58A1-8907DD7F1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 sz="1800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411A61BD-CA70-8D2C-6B49-B27C37585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 sz="1800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007B6922-F24A-BBD5-F894-D72FDCDD160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 sz="1800"/>
            </a:p>
          </p:txBody>
        </p:sp>
      </p:grpSp>
      <p:sp>
        <p:nvSpPr>
          <p:cNvPr id="143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619219" y="1643050"/>
            <a:ext cx="9982197" cy="1143008"/>
          </a:xfrm>
        </p:spPr>
        <p:txBody>
          <a:bodyPr anchor="ctr"/>
          <a:lstStyle>
            <a:lvl1pPr algn="ctr">
              <a:defRPr sz="4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43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285973" y="3500438"/>
            <a:ext cx="8534400" cy="17526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 sz="32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6F594815-4FB7-CD25-BF66-92C70B5DFA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6B0727C9-1F29-DCDE-ACEA-034FBC880A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1A5E9823-CBFF-0CEA-77DF-4838E24EB2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A6389A9-249E-49A4-ABBA-268282FA292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46940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99FB814-4C2F-E171-1A95-FABA48BAFC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D5F89DC-A476-FDB8-D8B3-33336D1C42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83F49D5-6AE3-9190-0F50-9DC7A455C8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4ECFCA-AE0B-46FD-8065-A7E6F84B707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01968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5FF8FA3-C607-B974-1B8B-0F08FCF584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C1A0C33-5B56-E720-BBAC-50020D00D4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B7E7092-4328-0556-E120-19DBFDBE5E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4C7BC0-5FFF-4071-A29F-6ADCA63C007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55962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47C35D5-105D-4A4E-0A88-E5A566E13C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1342B2B-8B85-D472-57E9-380FEFFFA5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3A209EA-7154-5BA0-166B-38AF5AC954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8653B4-0C12-4198-9BA6-B98E5E4787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15215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7E5F2A6-75EA-6E5F-09FA-DB6ACEB6E8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DEC5A9B1-E1CF-B1BA-20C8-13E8848A2B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14000079-8220-7347-C0CA-EBEEBD8766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804208-A36A-4EF3-8992-CDD8DF92351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61760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2DF41A7D-8FB9-D784-A115-B096F3BB57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46B87140-AF7A-ED47-D92E-E7298712CE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7FAECD2-9191-8EEA-6B0C-58C12B80E1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B6A25E-B551-4694-8A78-290E9A963A8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94742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A574BF8D-B6E5-867B-E080-2DEE1E43D1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BCE76B16-318C-B690-33AC-FAAD8F6FDC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73FDC9A-4725-8725-338C-7DAD89988A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DBCA01-D480-4917-822E-CF2DEBAA769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3432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AB0184C-3200-28E3-EF24-EB0C57EFCD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5A2E5F1-22EF-8350-28B4-C1006831D8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1D38189-DF0E-67C3-8EC8-AEFA536BE6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6D1A19-54B3-43C9-920B-D40E6B7C95A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64839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CD963CF-7CD6-E839-C435-BE794FCB75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3721D95-43A0-FD38-DF37-8DED0432B5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E3AC501-D725-5FC9-8F9B-5D3A820CFE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83B95-8563-4C1E-8D07-3AADA02622F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99301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F4C8A71-6009-DB73-B2CC-EC241C493F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30057C8-FD0F-8159-2A70-0BB9F2F2C8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681671E-DA1B-56E5-A9FF-80CBDB7E2A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496472-B3F6-43A9-85CE-B6FD9F46A5A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86619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338733" y="214313"/>
            <a:ext cx="2601384" cy="59182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534584" y="214313"/>
            <a:ext cx="7600949" cy="59182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E236366-9C2E-8EB6-C5CD-2D1134AB77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ADA27B8-A482-FB46-21DC-BC5E9CF3D9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DD5015F-D2E4-2EB1-3FF7-29D36705EA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3974A6-4E7D-4701-AFF1-0955DA48EE3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22990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92FF834-6344-50E4-74F8-C0A80E5C746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87351" y="369888"/>
            <a:ext cx="58420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3725696-64D7-E7CF-3BA6-5A1F6CD2DD6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97467" y="369888"/>
            <a:ext cx="438151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28" name="Rectangle 5">
            <a:extLst>
              <a:ext uri="{FF2B5EF4-FFF2-40B4-BE49-F238E27FC236}">
                <a16:creationId xmlns:a16="http://schemas.microsoft.com/office/drawing/2014/main" id="{22DABE30-35BA-C557-8C7A-6AAF835212C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045633" y="792163"/>
            <a:ext cx="491067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549969F0-76BA-98FF-1A7C-D567DC686BE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719139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30" name="Rectangle 7">
            <a:extLst>
              <a:ext uri="{FF2B5EF4-FFF2-40B4-BE49-F238E27FC236}">
                <a16:creationId xmlns:a16="http://schemas.microsoft.com/office/drawing/2014/main" id="{1D4AB7D3-7562-2EDA-DB9D-0BB98B35EAC9}"/>
              </a:ext>
            </a:extLst>
          </p:cNvPr>
          <p:cNvSpPr>
            <a:spLocks noChangeArrowheads="1"/>
          </p:cNvSpPr>
          <p:nvPr/>
        </p:nvSpPr>
        <p:spPr bwMode="gray">
          <a:xfrm>
            <a:off x="846667" y="261938"/>
            <a:ext cx="42333" cy="105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31" name="Rectangle 8">
            <a:extLst>
              <a:ext uri="{FF2B5EF4-FFF2-40B4-BE49-F238E27FC236}">
                <a16:creationId xmlns:a16="http://schemas.microsoft.com/office/drawing/2014/main" id="{1B4AF6B0-DDEA-CAE0-6903-195CEE4E642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1218" y="1052513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32" name="Rectangle 9">
            <a:extLst>
              <a:ext uri="{FF2B5EF4-FFF2-40B4-BE49-F238E27FC236}">
                <a16:creationId xmlns:a16="http://schemas.microsoft.com/office/drawing/2014/main" id="{A45E1B5B-5D78-A87F-CDAA-6D9DDB8490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214314"/>
            <a:ext cx="10390716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33" name="Rectangle 10">
            <a:extLst>
              <a:ext uri="{FF2B5EF4-FFF2-40B4-BE49-F238E27FC236}">
                <a16:creationId xmlns:a16="http://schemas.microsoft.com/office/drawing/2014/main" id="{70694A20-88FD-97E1-89D5-CED1F50270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57251" y="1143000"/>
            <a:ext cx="11082867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3323" name="Rectangle 11">
            <a:extLst>
              <a:ext uri="{FF2B5EF4-FFF2-40B4-BE49-F238E27FC236}">
                <a16:creationId xmlns:a16="http://schemas.microsoft.com/office/drawing/2014/main" id="{0F2EF0E4-5E1C-FE52-D74C-287EDD1F507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49400" y="624363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24" name="Rectangle 12">
            <a:extLst>
              <a:ext uri="{FF2B5EF4-FFF2-40B4-BE49-F238E27FC236}">
                <a16:creationId xmlns:a16="http://schemas.microsoft.com/office/drawing/2014/main" id="{C8FE5C5B-7C32-7FA9-A47B-E59E371480F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76800" y="6243638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25" name="Rectangle 13">
            <a:extLst>
              <a:ext uri="{FF2B5EF4-FFF2-40B4-BE49-F238E27FC236}">
                <a16:creationId xmlns:a16="http://schemas.microsoft.com/office/drawing/2014/main" id="{7FCF6D14-452F-A886-7CE4-5AB16768E4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89533" y="624363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/>
            </a:lvl1pPr>
          </a:lstStyle>
          <a:p>
            <a:pPr>
              <a:defRPr/>
            </a:pPr>
            <a:fld id="{C441A837-C891-4FCA-A360-111C760E07B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3413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제목 1">
            <a:extLst>
              <a:ext uri="{FF2B5EF4-FFF2-40B4-BE49-F238E27FC236}">
                <a16:creationId xmlns:a16="http://schemas.microsoft.com/office/drawing/2014/main" id="{93017AEE-D63F-91FC-4B91-246D066ED3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연습문제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262147" name="내용 개체 틀 2">
            <a:extLst>
              <a:ext uri="{FF2B5EF4-FFF2-40B4-BE49-F238E27FC236}">
                <a16:creationId xmlns:a16="http://schemas.microsoft.com/office/drawing/2014/main" id="{56F7FC35-B573-1B30-9909-3223A25138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09814" y="1041401"/>
            <a:ext cx="8169275" cy="500063"/>
          </a:xfrm>
        </p:spPr>
        <p:txBody>
          <a:bodyPr/>
          <a:lstStyle/>
          <a:p>
            <a:r>
              <a:rPr lang="ko-KR" altLang="en-US" dirty="0"/>
              <a:t>다음 이진 트리의 트리 운행 결과 표시</a:t>
            </a:r>
            <a:endParaRPr lang="en-US" altLang="ko-KR" dirty="0"/>
          </a:p>
          <a:p>
            <a:pPr lvl="1"/>
            <a:r>
              <a:rPr lang="ko-KR" altLang="en-US" dirty="0"/>
              <a:t>전위 운행</a:t>
            </a:r>
            <a:endParaRPr lang="en-US" altLang="ko-KR" dirty="0"/>
          </a:p>
          <a:p>
            <a:pPr lvl="1"/>
            <a:r>
              <a:rPr lang="ko-KR" altLang="en-US" dirty="0"/>
              <a:t>중위 운행</a:t>
            </a:r>
            <a:endParaRPr lang="en-US" altLang="ko-KR" dirty="0"/>
          </a:p>
          <a:p>
            <a:pPr lvl="1"/>
            <a:r>
              <a:rPr lang="ko-KR" altLang="en-US" dirty="0"/>
              <a:t>후위 운행</a:t>
            </a:r>
            <a:endParaRPr lang="en-US" altLang="ko-KR" dirty="0"/>
          </a:p>
        </p:txBody>
      </p:sp>
      <p:sp>
        <p:nvSpPr>
          <p:cNvPr id="262148" name="슬라이드 번호 개체 틀 3">
            <a:extLst>
              <a:ext uri="{FF2B5EF4-FFF2-40B4-BE49-F238E27FC236}">
                <a16:creationId xmlns:a16="http://schemas.microsoft.com/office/drawing/2014/main" id="{E5CA2967-597C-1954-BC99-029DD1070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8672FB9D-F0A8-4FD0-B04C-E50B0D9282E7}" type="slidenum">
              <a:rPr kumimoji="0" lang="en-US" altLang="ko-KR" sz="1400" b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</a:t>
            </a:fld>
            <a:endParaRPr kumimoji="0" lang="en-US" altLang="ko-KR" sz="1400" b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262149" name="그룹 42">
            <a:extLst>
              <a:ext uri="{FF2B5EF4-FFF2-40B4-BE49-F238E27FC236}">
                <a16:creationId xmlns:a16="http://schemas.microsoft.com/office/drawing/2014/main" id="{21BB974F-8CC4-A83D-CE64-EFD0A7B72727}"/>
              </a:ext>
            </a:extLst>
          </p:cNvPr>
          <p:cNvGrpSpPr>
            <a:grpSpLocks/>
          </p:cNvGrpSpPr>
          <p:nvPr/>
        </p:nvGrpSpPr>
        <p:grpSpPr bwMode="auto">
          <a:xfrm>
            <a:off x="5470526" y="1752601"/>
            <a:ext cx="3794125" cy="2900363"/>
            <a:chOff x="3886201" y="2000240"/>
            <a:chExt cx="3794307" cy="2900378"/>
          </a:xfrm>
        </p:grpSpPr>
        <p:sp>
          <p:nvSpPr>
            <p:cNvPr id="262150" name="타원 4">
              <a:extLst>
                <a:ext uri="{FF2B5EF4-FFF2-40B4-BE49-F238E27FC236}">
                  <a16:creationId xmlns:a16="http://schemas.microsoft.com/office/drawing/2014/main" id="{5B63DBC8-F356-E258-7CD0-FA385889B8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3570" y="2000240"/>
              <a:ext cx="400047" cy="400048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A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262151" name="타원 5">
              <a:extLst>
                <a:ext uri="{FF2B5EF4-FFF2-40B4-BE49-F238E27FC236}">
                  <a16:creationId xmlns:a16="http://schemas.microsoft.com/office/drawing/2014/main" id="{3AD11FB7-8C7E-EF70-486D-40E07178D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562" y="2714620"/>
              <a:ext cx="400047" cy="400048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 dirty="0">
                  <a:solidFill>
                    <a:srgbClr val="000000"/>
                  </a:solidFill>
                </a:rPr>
                <a:t>B</a:t>
              </a:r>
              <a:endParaRPr lang="ko-KR" altLang="en-US" sz="2000" dirty="0">
                <a:solidFill>
                  <a:srgbClr val="000000"/>
                </a:solidFill>
              </a:endParaRPr>
            </a:p>
          </p:txBody>
        </p:sp>
        <p:sp>
          <p:nvSpPr>
            <p:cNvPr id="262152" name="타원 6">
              <a:extLst>
                <a:ext uri="{FF2B5EF4-FFF2-40B4-BE49-F238E27FC236}">
                  <a16:creationId xmlns:a16="http://schemas.microsoft.com/office/drawing/2014/main" id="{0926186C-1AD6-2184-B5F3-E606407F9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5140" y="2714620"/>
              <a:ext cx="400047" cy="400048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C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262153" name="타원 9">
              <a:extLst>
                <a:ext uri="{FF2B5EF4-FFF2-40B4-BE49-F238E27FC236}">
                  <a16:creationId xmlns:a16="http://schemas.microsoft.com/office/drawing/2014/main" id="{485DD8BF-4848-9374-0F90-242DE048DE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1" y="3571876"/>
              <a:ext cx="400047" cy="400048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D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262154" name="타원 10">
              <a:extLst>
                <a:ext uri="{FF2B5EF4-FFF2-40B4-BE49-F238E27FC236}">
                  <a16:creationId xmlns:a16="http://schemas.microsoft.com/office/drawing/2014/main" id="{E6F871EF-35E4-C60A-AC4B-25F9DFFCC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2066" y="3571876"/>
              <a:ext cx="400047" cy="400048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E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262155" name="타원 11">
              <a:extLst>
                <a:ext uri="{FF2B5EF4-FFF2-40B4-BE49-F238E27FC236}">
                  <a16:creationId xmlns:a16="http://schemas.microsoft.com/office/drawing/2014/main" id="{AABF52AC-9DD8-B882-2113-D24BFFE3B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0461" y="3571876"/>
              <a:ext cx="400047" cy="400048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F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262156" name="타원 12">
              <a:extLst>
                <a:ext uri="{FF2B5EF4-FFF2-40B4-BE49-F238E27FC236}">
                  <a16:creationId xmlns:a16="http://schemas.microsoft.com/office/drawing/2014/main" id="{2D3F64D8-9251-3E8F-EC7B-694BB9C0F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360" y="4500570"/>
              <a:ext cx="400047" cy="400048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G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262157" name="타원 13">
              <a:extLst>
                <a:ext uri="{FF2B5EF4-FFF2-40B4-BE49-F238E27FC236}">
                  <a16:creationId xmlns:a16="http://schemas.microsoft.com/office/drawing/2014/main" id="{0247E39D-37B9-EC35-89F5-895DBB9EC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2" y="4500570"/>
              <a:ext cx="400047" cy="400048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H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cxnSp>
          <p:nvCxnSpPr>
            <p:cNvPr id="262158" name="직선 연결선 13">
              <a:extLst>
                <a:ext uri="{FF2B5EF4-FFF2-40B4-BE49-F238E27FC236}">
                  <a16:creationId xmlns:a16="http://schemas.microsoft.com/office/drawing/2014/main" id="{A3432C11-120C-B984-D83A-B35CC4253B19}"/>
                </a:ext>
              </a:extLst>
            </p:cNvPr>
            <p:cNvCxnSpPr>
              <a:cxnSpLocks noChangeShapeType="1"/>
              <a:stCxn id="262150" idx="3"/>
              <a:endCxn id="262151" idx="7"/>
            </p:cNvCxnSpPr>
            <p:nvPr/>
          </p:nvCxnSpPr>
          <p:spPr bwMode="auto">
            <a:xfrm rot="5400000">
              <a:off x="5056339" y="2127388"/>
              <a:ext cx="431502" cy="86013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2159" name="직선 연결선 14">
              <a:extLst>
                <a:ext uri="{FF2B5EF4-FFF2-40B4-BE49-F238E27FC236}">
                  <a16:creationId xmlns:a16="http://schemas.microsoft.com/office/drawing/2014/main" id="{1A565390-8EDA-CCD9-9F45-B40A176CD2A7}"/>
                </a:ext>
              </a:extLst>
            </p:cNvPr>
            <p:cNvCxnSpPr>
              <a:cxnSpLocks noChangeShapeType="1"/>
              <a:stCxn id="262150" idx="5"/>
              <a:endCxn id="262152" idx="1"/>
            </p:cNvCxnSpPr>
            <p:nvPr/>
          </p:nvCxnSpPr>
          <p:spPr bwMode="auto">
            <a:xfrm rot="16200000" flipH="1">
              <a:off x="6163627" y="2163107"/>
              <a:ext cx="431502" cy="78869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2160" name="직선 연결선 15">
              <a:extLst>
                <a:ext uri="{FF2B5EF4-FFF2-40B4-BE49-F238E27FC236}">
                  <a16:creationId xmlns:a16="http://schemas.microsoft.com/office/drawing/2014/main" id="{DC64EEB2-A00C-DC43-2CCE-02E31E4462BB}"/>
                </a:ext>
              </a:extLst>
            </p:cNvPr>
            <p:cNvCxnSpPr>
              <a:cxnSpLocks noChangeShapeType="1"/>
              <a:stCxn id="262151" idx="3"/>
              <a:endCxn id="262153" idx="0"/>
            </p:cNvCxnSpPr>
            <p:nvPr/>
          </p:nvCxnSpPr>
          <p:spPr bwMode="auto">
            <a:xfrm rot="5400000">
              <a:off x="4064790" y="3077518"/>
              <a:ext cx="515794" cy="47292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2161" name="직선 연결선 16">
              <a:extLst>
                <a:ext uri="{FF2B5EF4-FFF2-40B4-BE49-F238E27FC236}">
                  <a16:creationId xmlns:a16="http://schemas.microsoft.com/office/drawing/2014/main" id="{48E7C2A6-3DB5-1CFA-39C3-7350F0BEC2D2}"/>
                </a:ext>
              </a:extLst>
            </p:cNvPr>
            <p:cNvCxnSpPr>
              <a:cxnSpLocks noChangeShapeType="1"/>
              <a:stCxn id="262151" idx="5"/>
              <a:endCxn id="262154" idx="0"/>
            </p:cNvCxnSpPr>
            <p:nvPr/>
          </p:nvCxnSpPr>
          <p:spPr bwMode="auto">
            <a:xfrm rot="16200000" flipH="1">
              <a:off x="4799159" y="3098945"/>
              <a:ext cx="515794" cy="43006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2162" name="직선 연결선 37">
              <a:extLst>
                <a:ext uri="{FF2B5EF4-FFF2-40B4-BE49-F238E27FC236}">
                  <a16:creationId xmlns:a16="http://schemas.microsoft.com/office/drawing/2014/main" id="{5FAA5B7C-923E-6077-1821-41725B704AAC}"/>
                </a:ext>
              </a:extLst>
            </p:cNvPr>
            <p:cNvCxnSpPr>
              <a:cxnSpLocks noChangeShapeType="1"/>
              <a:stCxn id="262152" idx="5"/>
              <a:endCxn id="262155" idx="1"/>
            </p:cNvCxnSpPr>
            <p:nvPr/>
          </p:nvCxnSpPr>
          <p:spPr bwMode="auto">
            <a:xfrm rot="16200000" flipH="1">
              <a:off x="6910634" y="3202049"/>
              <a:ext cx="574379" cy="28244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2163" name="직선 연결선 39">
              <a:extLst>
                <a:ext uri="{FF2B5EF4-FFF2-40B4-BE49-F238E27FC236}">
                  <a16:creationId xmlns:a16="http://schemas.microsoft.com/office/drawing/2014/main" id="{260CBEC4-D21D-BF48-7DC4-7B99C050EC68}"/>
                </a:ext>
              </a:extLst>
            </p:cNvPr>
            <p:cNvCxnSpPr>
              <a:cxnSpLocks noChangeShapeType="1"/>
              <a:stCxn id="262153" idx="5"/>
              <a:endCxn id="262156" idx="0"/>
            </p:cNvCxnSpPr>
            <p:nvPr/>
          </p:nvCxnSpPr>
          <p:spPr bwMode="auto">
            <a:xfrm rot="16200000" flipH="1">
              <a:off x="4117407" y="4023593"/>
              <a:ext cx="587232" cy="36672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2164" name="직선 연결선 41">
              <a:extLst>
                <a:ext uri="{FF2B5EF4-FFF2-40B4-BE49-F238E27FC236}">
                  <a16:creationId xmlns:a16="http://schemas.microsoft.com/office/drawing/2014/main" id="{32D7260F-EC29-D9F1-B4CA-705521EBDC12}"/>
                </a:ext>
              </a:extLst>
            </p:cNvPr>
            <p:cNvCxnSpPr>
              <a:cxnSpLocks noChangeShapeType="1"/>
              <a:stCxn id="262154" idx="4"/>
              <a:endCxn id="262157" idx="0"/>
            </p:cNvCxnSpPr>
            <p:nvPr/>
          </p:nvCxnSpPr>
          <p:spPr bwMode="auto">
            <a:xfrm rot="5400000">
              <a:off x="4900610" y="4129090"/>
              <a:ext cx="528646" cy="21431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A97C39-8085-3980-09E9-CBF39865322D}"/>
              </a:ext>
            </a:extLst>
          </p:cNvPr>
          <p:cNvSpPr txBox="1"/>
          <p:nvPr/>
        </p:nvSpPr>
        <p:spPr>
          <a:xfrm>
            <a:off x="1679944" y="499730"/>
            <a:ext cx="20521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연습문제 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 </a:t>
            </a:r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풀이</a:t>
            </a:r>
            <a:endParaRPr kumimoji="1"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6C5264-506A-85AA-3379-26EB2714393B}"/>
              </a:ext>
            </a:extLst>
          </p:cNvPr>
          <p:cNvSpPr txBox="1"/>
          <p:nvPr/>
        </p:nvSpPr>
        <p:spPr>
          <a:xfrm>
            <a:off x="798736" y="2689096"/>
            <a:ext cx="61895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전위 운행 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 -&gt; B -&gt; D -&gt; G -&gt; E -&gt; H -&gt; C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-&gt; F</a:t>
            </a:r>
            <a:endParaRPr kumimoji="1"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A65451-B65B-A0FD-85FE-3EFCAA1C441A}"/>
              </a:ext>
            </a:extLst>
          </p:cNvPr>
          <p:cNvSpPr txBox="1"/>
          <p:nvPr/>
        </p:nvSpPr>
        <p:spPr>
          <a:xfrm>
            <a:off x="802144" y="3587831"/>
            <a:ext cx="61895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중위 운행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D -&gt; G -&gt; B -&gt; H -&gt; E -&gt; A -&gt; C -&gt; 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ADBA16-D96F-A016-6109-888E60E49CAA}"/>
              </a:ext>
            </a:extLst>
          </p:cNvPr>
          <p:cNvSpPr txBox="1"/>
          <p:nvPr/>
        </p:nvSpPr>
        <p:spPr>
          <a:xfrm>
            <a:off x="798736" y="4445082"/>
            <a:ext cx="61895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후위 운행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G -&gt; D -&gt; H -&gt; E -&gt; B -&gt; F -&gt; C -&gt; A</a:t>
            </a:r>
            <a:endParaRPr kumimoji="1"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" name="그룹 42">
            <a:extLst>
              <a:ext uri="{FF2B5EF4-FFF2-40B4-BE49-F238E27FC236}">
                <a16:creationId xmlns:a16="http://schemas.microsoft.com/office/drawing/2014/main" id="{6CD966EE-1A1B-6692-F00B-D76DB5545D03}"/>
              </a:ext>
            </a:extLst>
          </p:cNvPr>
          <p:cNvGrpSpPr>
            <a:grpSpLocks/>
          </p:cNvGrpSpPr>
          <p:nvPr/>
        </p:nvGrpSpPr>
        <p:grpSpPr bwMode="auto">
          <a:xfrm>
            <a:off x="7363121" y="2033370"/>
            <a:ext cx="3794125" cy="2900363"/>
            <a:chOff x="3886201" y="2000240"/>
            <a:chExt cx="3794307" cy="2900378"/>
          </a:xfrm>
        </p:grpSpPr>
        <p:sp>
          <p:nvSpPr>
            <p:cNvPr id="7" name="타원 4">
              <a:extLst>
                <a:ext uri="{FF2B5EF4-FFF2-40B4-BE49-F238E27FC236}">
                  <a16:creationId xmlns:a16="http://schemas.microsoft.com/office/drawing/2014/main" id="{9117937D-804F-2B1F-C060-95BBDA3190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3570" y="2000240"/>
              <a:ext cx="400047" cy="400048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 dirty="0">
                  <a:solidFill>
                    <a:srgbClr val="000000"/>
                  </a:solidFill>
                </a:rPr>
                <a:t>A</a:t>
              </a:r>
              <a:endParaRPr lang="ko-KR" altLang="en-US" sz="2000" dirty="0">
                <a:solidFill>
                  <a:srgbClr val="000000"/>
                </a:solidFill>
              </a:endParaRPr>
            </a:p>
          </p:txBody>
        </p:sp>
        <p:sp>
          <p:nvSpPr>
            <p:cNvPr id="8" name="타원 5">
              <a:extLst>
                <a:ext uri="{FF2B5EF4-FFF2-40B4-BE49-F238E27FC236}">
                  <a16:creationId xmlns:a16="http://schemas.microsoft.com/office/drawing/2014/main" id="{D7311E9A-567F-9B3E-7C21-A08FE6670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562" y="2714620"/>
              <a:ext cx="400047" cy="400048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 dirty="0">
                  <a:solidFill>
                    <a:srgbClr val="000000"/>
                  </a:solidFill>
                </a:rPr>
                <a:t>B</a:t>
              </a:r>
              <a:endParaRPr lang="ko-KR" altLang="en-US" sz="2000" dirty="0">
                <a:solidFill>
                  <a:srgbClr val="000000"/>
                </a:solidFill>
              </a:endParaRPr>
            </a:p>
          </p:txBody>
        </p:sp>
        <p:sp>
          <p:nvSpPr>
            <p:cNvPr id="9" name="타원 6">
              <a:extLst>
                <a:ext uri="{FF2B5EF4-FFF2-40B4-BE49-F238E27FC236}">
                  <a16:creationId xmlns:a16="http://schemas.microsoft.com/office/drawing/2014/main" id="{75E6EC72-3516-6F96-05FD-2F4E3D582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5140" y="2714620"/>
              <a:ext cx="400047" cy="400048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C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E247943-9A83-F753-3244-5BDA56D92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1" y="3571876"/>
              <a:ext cx="400047" cy="400048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D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1FA19B0-D6C1-AF62-72AC-3B6755471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2066" y="3571876"/>
              <a:ext cx="400047" cy="400048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E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EF23ED20-6865-68E1-0742-720E80A0D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0461" y="3571876"/>
              <a:ext cx="400047" cy="400048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F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CB6467CF-7D9A-C57A-A2D2-4E93E2744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360" y="4500570"/>
              <a:ext cx="400047" cy="400048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G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B8E3D69-D806-1794-E4B4-195223761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2" y="4500570"/>
              <a:ext cx="400047" cy="400048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>
                  <a:solidFill>
                    <a:srgbClr val="000000"/>
                  </a:solidFill>
                </a:rPr>
                <a:t>H</a:t>
              </a:r>
              <a:endParaRPr lang="ko-KR" altLang="en-US" sz="2000">
                <a:solidFill>
                  <a:srgbClr val="000000"/>
                </a:solidFill>
              </a:endParaRPr>
            </a:p>
          </p:txBody>
        </p:sp>
        <p:cxnSp>
          <p:nvCxnSpPr>
            <p:cNvPr id="15" name="직선 연결선 13">
              <a:extLst>
                <a:ext uri="{FF2B5EF4-FFF2-40B4-BE49-F238E27FC236}">
                  <a16:creationId xmlns:a16="http://schemas.microsoft.com/office/drawing/2014/main" id="{D3E8AA3F-49B3-E264-3C9B-EF3FAA1C6CEC}"/>
                </a:ext>
              </a:extLst>
            </p:cNvPr>
            <p:cNvCxnSpPr>
              <a:cxnSpLocks noChangeShapeType="1"/>
              <a:stCxn id="7" idx="3"/>
              <a:endCxn id="8" idx="7"/>
            </p:cNvCxnSpPr>
            <p:nvPr/>
          </p:nvCxnSpPr>
          <p:spPr bwMode="auto">
            <a:xfrm rot="5400000">
              <a:off x="5056339" y="2127388"/>
              <a:ext cx="431502" cy="86013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직선 연결선 14">
              <a:extLst>
                <a:ext uri="{FF2B5EF4-FFF2-40B4-BE49-F238E27FC236}">
                  <a16:creationId xmlns:a16="http://schemas.microsoft.com/office/drawing/2014/main" id="{014D6816-4437-8B5A-597F-84FB006F135D}"/>
                </a:ext>
              </a:extLst>
            </p:cNvPr>
            <p:cNvCxnSpPr>
              <a:cxnSpLocks noChangeShapeType="1"/>
              <a:stCxn id="7" idx="5"/>
              <a:endCxn id="9" idx="1"/>
            </p:cNvCxnSpPr>
            <p:nvPr/>
          </p:nvCxnSpPr>
          <p:spPr bwMode="auto">
            <a:xfrm rot="16200000" flipH="1">
              <a:off x="6163627" y="2163107"/>
              <a:ext cx="431502" cy="78869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직선 연결선 15">
              <a:extLst>
                <a:ext uri="{FF2B5EF4-FFF2-40B4-BE49-F238E27FC236}">
                  <a16:creationId xmlns:a16="http://schemas.microsoft.com/office/drawing/2014/main" id="{9E9F4B21-17FD-6B1C-C24C-BE71ED3BE29B}"/>
                </a:ext>
              </a:extLst>
            </p:cNvPr>
            <p:cNvCxnSpPr>
              <a:cxnSpLocks noChangeShapeType="1"/>
              <a:stCxn id="8" idx="3"/>
              <a:endCxn id="10" idx="0"/>
            </p:cNvCxnSpPr>
            <p:nvPr/>
          </p:nvCxnSpPr>
          <p:spPr bwMode="auto">
            <a:xfrm rot="5400000">
              <a:off x="4064790" y="3077518"/>
              <a:ext cx="515794" cy="47292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직선 연결선 16">
              <a:extLst>
                <a:ext uri="{FF2B5EF4-FFF2-40B4-BE49-F238E27FC236}">
                  <a16:creationId xmlns:a16="http://schemas.microsoft.com/office/drawing/2014/main" id="{0BD64A0C-63FB-CD83-34EA-A0E5A6111B8D}"/>
                </a:ext>
              </a:extLst>
            </p:cNvPr>
            <p:cNvCxnSpPr>
              <a:cxnSpLocks noChangeShapeType="1"/>
              <a:stCxn id="8" idx="5"/>
              <a:endCxn id="11" idx="0"/>
            </p:cNvCxnSpPr>
            <p:nvPr/>
          </p:nvCxnSpPr>
          <p:spPr bwMode="auto">
            <a:xfrm rot="16200000" flipH="1">
              <a:off x="4799159" y="3098945"/>
              <a:ext cx="515794" cy="43006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직선 연결선 37">
              <a:extLst>
                <a:ext uri="{FF2B5EF4-FFF2-40B4-BE49-F238E27FC236}">
                  <a16:creationId xmlns:a16="http://schemas.microsoft.com/office/drawing/2014/main" id="{B01D4281-CCD9-BC83-FA5C-02E25C4C55AF}"/>
                </a:ext>
              </a:extLst>
            </p:cNvPr>
            <p:cNvCxnSpPr>
              <a:cxnSpLocks noChangeShapeType="1"/>
              <a:stCxn id="9" idx="5"/>
              <a:endCxn id="12" idx="1"/>
            </p:cNvCxnSpPr>
            <p:nvPr/>
          </p:nvCxnSpPr>
          <p:spPr bwMode="auto">
            <a:xfrm rot="16200000" flipH="1">
              <a:off x="6910634" y="3202049"/>
              <a:ext cx="574379" cy="28244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직선 연결선 39">
              <a:extLst>
                <a:ext uri="{FF2B5EF4-FFF2-40B4-BE49-F238E27FC236}">
                  <a16:creationId xmlns:a16="http://schemas.microsoft.com/office/drawing/2014/main" id="{E8DD35C5-11FF-13B8-54F8-87097869207E}"/>
                </a:ext>
              </a:extLst>
            </p:cNvPr>
            <p:cNvCxnSpPr>
              <a:cxnSpLocks noChangeShapeType="1"/>
              <a:stCxn id="10" idx="5"/>
              <a:endCxn id="13" idx="0"/>
            </p:cNvCxnSpPr>
            <p:nvPr/>
          </p:nvCxnSpPr>
          <p:spPr bwMode="auto">
            <a:xfrm rot="16200000" flipH="1">
              <a:off x="4117407" y="4023593"/>
              <a:ext cx="587232" cy="36672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직선 연결선 41">
              <a:extLst>
                <a:ext uri="{FF2B5EF4-FFF2-40B4-BE49-F238E27FC236}">
                  <a16:creationId xmlns:a16="http://schemas.microsoft.com/office/drawing/2014/main" id="{2165C2DF-F40D-6B93-946A-68F656D4E448}"/>
                </a:ext>
              </a:extLst>
            </p:cNvPr>
            <p:cNvCxnSpPr>
              <a:cxnSpLocks noChangeShapeType="1"/>
              <a:stCxn id="11" idx="4"/>
              <a:endCxn id="14" idx="0"/>
            </p:cNvCxnSpPr>
            <p:nvPr/>
          </p:nvCxnSpPr>
          <p:spPr bwMode="auto">
            <a:xfrm rot="5400000">
              <a:off x="4900610" y="4129090"/>
              <a:ext cx="528646" cy="21431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4205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제목 1">
            <a:extLst>
              <a:ext uri="{FF2B5EF4-FFF2-40B4-BE49-F238E27FC236}">
                <a16:creationId xmlns:a16="http://schemas.microsoft.com/office/drawing/2014/main" id="{3DF78396-925D-047E-A9BE-0FBAA244D4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연습문제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264195" name="내용 개체 틀 2">
            <a:extLst>
              <a:ext uri="{FF2B5EF4-FFF2-40B4-BE49-F238E27FC236}">
                <a16:creationId xmlns:a16="http://schemas.microsoft.com/office/drawing/2014/main" id="{7A3A6E31-FC26-1A60-EEF7-B6F8B58A60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이진 트리 구성 </a:t>
            </a:r>
            <a:r>
              <a:rPr lang="en-US" altLang="ko-KR" dirty="0"/>
              <a:t>(</a:t>
            </a:r>
            <a:r>
              <a:rPr lang="ko-KR" altLang="en-US" dirty="0"/>
              <a:t>작은 값은 왼쪽</a:t>
            </a:r>
            <a:r>
              <a:rPr lang="en-US" altLang="ko-KR" dirty="0"/>
              <a:t>, </a:t>
            </a:r>
            <a:r>
              <a:rPr lang="ko-KR" altLang="en-US" dirty="0"/>
              <a:t>큰 값은 오른쪽에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5, 2, 8, 1, 4, 6, 9, 3, 7</a:t>
            </a:r>
          </a:p>
          <a:p>
            <a:r>
              <a:rPr lang="ko-KR" altLang="en-US" dirty="0"/>
              <a:t>트리 운행 결과 표시</a:t>
            </a:r>
            <a:endParaRPr lang="en-US" altLang="ko-KR" dirty="0"/>
          </a:p>
          <a:p>
            <a:pPr lvl="1"/>
            <a:r>
              <a:rPr lang="ko-KR" altLang="en-US" dirty="0"/>
              <a:t>전위 운행</a:t>
            </a:r>
            <a:endParaRPr lang="en-US" altLang="ko-KR" dirty="0"/>
          </a:p>
          <a:p>
            <a:pPr lvl="1"/>
            <a:r>
              <a:rPr lang="ko-KR" altLang="en-US" dirty="0"/>
              <a:t>중위 운행</a:t>
            </a:r>
            <a:endParaRPr lang="en-US" altLang="ko-KR" dirty="0"/>
          </a:p>
          <a:p>
            <a:pPr lvl="1"/>
            <a:r>
              <a:rPr lang="ko-KR" altLang="en-US" dirty="0"/>
              <a:t>후위 운행</a:t>
            </a:r>
            <a:endParaRPr lang="en-US" altLang="ko-KR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1569F7-D852-830A-61A5-FF7EAD987188}"/>
              </a:ext>
            </a:extLst>
          </p:cNvPr>
          <p:cNvSpPr txBox="1"/>
          <p:nvPr/>
        </p:nvSpPr>
        <p:spPr>
          <a:xfrm>
            <a:off x="1570383" y="536713"/>
            <a:ext cx="3414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연습문제 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이진 트리 구성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32A50AC-F328-E267-4834-64F9D5B18975}"/>
              </a:ext>
            </a:extLst>
          </p:cNvPr>
          <p:cNvGrpSpPr/>
          <p:nvPr/>
        </p:nvGrpSpPr>
        <p:grpSpPr>
          <a:xfrm>
            <a:off x="3473468" y="1828801"/>
            <a:ext cx="4635086" cy="3543364"/>
            <a:chOff x="3960703" y="2160960"/>
            <a:chExt cx="3794125" cy="2900363"/>
          </a:xfrm>
        </p:grpSpPr>
        <p:sp>
          <p:nvSpPr>
            <p:cNvPr id="4" name="타원 4">
              <a:extLst>
                <a:ext uri="{FF2B5EF4-FFF2-40B4-BE49-F238E27FC236}">
                  <a16:creationId xmlns:a16="http://schemas.microsoft.com/office/drawing/2014/main" id="{4FD0EFAD-9D68-F633-35CD-0EB4180E7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7988" y="2160960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 dirty="0">
                  <a:solidFill>
                    <a:srgbClr val="000000"/>
                  </a:solidFill>
                </a:rPr>
                <a:t>5</a:t>
              </a:r>
              <a:endParaRPr lang="ko-KR" altLang="en-US" sz="2000" dirty="0">
                <a:solidFill>
                  <a:srgbClr val="000000"/>
                </a:solidFill>
              </a:endParaRPr>
            </a:p>
          </p:txBody>
        </p:sp>
        <p:sp>
          <p:nvSpPr>
            <p:cNvPr id="5" name="타원 5">
              <a:extLst>
                <a:ext uri="{FF2B5EF4-FFF2-40B4-BE49-F238E27FC236}">
                  <a16:creationId xmlns:a16="http://schemas.microsoft.com/office/drawing/2014/main" id="{AC256158-656B-DEE8-ECE0-BED0826E5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5035" y="2875336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 dirty="0">
                  <a:solidFill>
                    <a:srgbClr val="000000"/>
                  </a:solidFill>
                </a:rPr>
                <a:t>2</a:t>
              </a:r>
              <a:endParaRPr lang="ko-KR" altLang="en-US" sz="2000" dirty="0">
                <a:solidFill>
                  <a:srgbClr val="000000"/>
                </a:solidFill>
              </a:endParaRPr>
            </a:p>
          </p:txBody>
        </p:sp>
        <p:sp>
          <p:nvSpPr>
            <p:cNvPr id="6" name="타원 6">
              <a:extLst>
                <a:ext uri="{FF2B5EF4-FFF2-40B4-BE49-F238E27FC236}">
                  <a16:creationId xmlns:a16="http://schemas.microsoft.com/office/drawing/2014/main" id="{DA4D7907-BF98-9FDE-BEED-2A793F19F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9506" y="2875336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 dirty="0">
                  <a:solidFill>
                    <a:srgbClr val="000000"/>
                  </a:solidFill>
                </a:rPr>
                <a:t>8</a:t>
              </a:r>
              <a:endParaRPr lang="ko-KR" altLang="en-US" sz="2000" dirty="0">
                <a:solidFill>
                  <a:srgbClr val="000000"/>
                </a:solidFill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987944F0-EC84-4343-1EB2-0D3D0AC77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703" y="3732588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 dirty="0">
                  <a:solidFill>
                    <a:srgbClr val="000000"/>
                  </a:solidFill>
                </a:rPr>
                <a:t>1</a:t>
              </a:r>
              <a:endParaRPr lang="ko-KR" altLang="en-US" sz="2000" dirty="0">
                <a:solidFill>
                  <a:srgbClr val="000000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4B418E76-8FFB-8B27-005C-5093B427D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6511" y="3732588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 dirty="0">
                  <a:solidFill>
                    <a:srgbClr val="000000"/>
                  </a:solidFill>
                </a:rPr>
                <a:t>4</a:t>
              </a:r>
              <a:endParaRPr lang="ko-KR" altLang="en-US" sz="2000" dirty="0">
                <a:solidFill>
                  <a:srgbClr val="000000"/>
                </a:solidFill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8E47437E-0F91-8297-C729-B4887F9B92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4800" y="3732588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 dirty="0">
                  <a:solidFill>
                    <a:srgbClr val="000000"/>
                  </a:solidFill>
                </a:rPr>
                <a:t>9</a:t>
              </a:r>
              <a:endParaRPr lang="ko-KR" altLang="en-US" sz="2000" dirty="0">
                <a:solidFill>
                  <a:srgbClr val="000000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439385E3-1BEA-C25F-6095-448387315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2207" y="4661277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 dirty="0">
                  <a:solidFill>
                    <a:srgbClr val="000000"/>
                  </a:solidFill>
                </a:rPr>
                <a:t>3</a:t>
              </a:r>
              <a:endParaRPr lang="ko-KR" altLang="en-US" sz="2000" dirty="0">
                <a:solidFill>
                  <a:srgbClr val="000000"/>
                </a:solidFill>
              </a:endParaRPr>
            </a:p>
          </p:txBody>
        </p:sp>
        <p:cxnSp>
          <p:nvCxnSpPr>
            <p:cNvPr id="11" name="직선 연결선 13">
              <a:extLst>
                <a:ext uri="{FF2B5EF4-FFF2-40B4-BE49-F238E27FC236}">
                  <a16:creationId xmlns:a16="http://schemas.microsoft.com/office/drawing/2014/main" id="{F219495F-BD8D-5385-1CFF-E8960F24C6A1}"/>
                </a:ext>
              </a:extLst>
            </p:cNvPr>
            <p:cNvCxnSpPr>
              <a:cxnSpLocks noChangeShapeType="1"/>
              <a:stCxn id="4" idx="3"/>
              <a:endCxn id="5" idx="7"/>
            </p:cNvCxnSpPr>
            <p:nvPr/>
          </p:nvCxnSpPr>
          <p:spPr bwMode="auto">
            <a:xfrm rot="5400000">
              <a:off x="5130776" y="2288126"/>
              <a:ext cx="431500" cy="86009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직선 연결선 14">
              <a:extLst>
                <a:ext uri="{FF2B5EF4-FFF2-40B4-BE49-F238E27FC236}">
                  <a16:creationId xmlns:a16="http://schemas.microsoft.com/office/drawing/2014/main" id="{A98430C8-D651-A96F-AD95-1FC62EF62E14}"/>
                </a:ext>
              </a:extLst>
            </p:cNvPr>
            <p:cNvCxnSpPr>
              <a:cxnSpLocks noChangeShapeType="1"/>
              <a:stCxn id="4" idx="5"/>
              <a:endCxn id="6" idx="1"/>
            </p:cNvCxnSpPr>
            <p:nvPr/>
          </p:nvCxnSpPr>
          <p:spPr bwMode="auto">
            <a:xfrm rot="16200000" flipH="1">
              <a:off x="6238011" y="2323843"/>
              <a:ext cx="431500" cy="7886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직선 연결선 15">
              <a:extLst>
                <a:ext uri="{FF2B5EF4-FFF2-40B4-BE49-F238E27FC236}">
                  <a16:creationId xmlns:a16="http://schemas.microsoft.com/office/drawing/2014/main" id="{36E2B675-DA82-3F24-1FC0-B4817CBC470D}"/>
                </a:ext>
              </a:extLst>
            </p:cNvPr>
            <p:cNvCxnSpPr>
              <a:cxnSpLocks noChangeShapeType="1"/>
              <a:stCxn id="5" idx="3"/>
              <a:endCxn id="7" idx="0"/>
            </p:cNvCxnSpPr>
            <p:nvPr/>
          </p:nvCxnSpPr>
          <p:spPr bwMode="auto">
            <a:xfrm rot="5400000">
              <a:off x="4139272" y="3238243"/>
              <a:ext cx="515791" cy="4729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직선 연결선 16">
              <a:extLst>
                <a:ext uri="{FF2B5EF4-FFF2-40B4-BE49-F238E27FC236}">
                  <a16:creationId xmlns:a16="http://schemas.microsoft.com/office/drawing/2014/main" id="{6D5B7879-63F0-4E33-9164-707800E9CFD1}"/>
                </a:ext>
              </a:extLst>
            </p:cNvPr>
            <p:cNvCxnSpPr>
              <a:cxnSpLocks noChangeShapeType="1"/>
              <a:stCxn id="5" idx="5"/>
              <a:endCxn id="8" idx="0"/>
            </p:cNvCxnSpPr>
            <p:nvPr/>
          </p:nvCxnSpPr>
          <p:spPr bwMode="auto">
            <a:xfrm rot="16200000" flipH="1">
              <a:off x="4873606" y="3259669"/>
              <a:ext cx="515791" cy="43004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직선 연결선 37">
              <a:extLst>
                <a:ext uri="{FF2B5EF4-FFF2-40B4-BE49-F238E27FC236}">
                  <a16:creationId xmlns:a16="http://schemas.microsoft.com/office/drawing/2014/main" id="{07A78BA8-BA99-3013-4A49-E8DEAEFC5C43}"/>
                </a:ext>
              </a:extLst>
            </p:cNvPr>
            <p:cNvCxnSpPr>
              <a:cxnSpLocks noChangeShapeType="1"/>
              <a:stCxn id="6" idx="5"/>
              <a:endCxn id="9" idx="1"/>
            </p:cNvCxnSpPr>
            <p:nvPr/>
          </p:nvCxnSpPr>
          <p:spPr bwMode="auto">
            <a:xfrm rot="16200000" flipH="1">
              <a:off x="6984979" y="3362769"/>
              <a:ext cx="574376" cy="28243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직선 연결선 41">
              <a:extLst>
                <a:ext uri="{FF2B5EF4-FFF2-40B4-BE49-F238E27FC236}">
                  <a16:creationId xmlns:a16="http://schemas.microsoft.com/office/drawing/2014/main" id="{A6A61D48-0011-1BF3-AE15-5DBED8F6D40A}"/>
                </a:ext>
              </a:extLst>
            </p:cNvPr>
            <p:cNvCxnSpPr>
              <a:cxnSpLocks noChangeShapeType="1"/>
              <a:stCxn id="8" idx="4"/>
              <a:endCxn id="10" idx="0"/>
            </p:cNvCxnSpPr>
            <p:nvPr/>
          </p:nvCxnSpPr>
          <p:spPr bwMode="auto">
            <a:xfrm rot="5400000">
              <a:off x="4975052" y="4289804"/>
              <a:ext cx="528643" cy="21430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직선 연결선 41">
              <a:extLst>
                <a:ext uri="{FF2B5EF4-FFF2-40B4-BE49-F238E27FC236}">
                  <a16:creationId xmlns:a16="http://schemas.microsoft.com/office/drawing/2014/main" id="{F4F84636-CCF3-6504-FC95-BFDEF03EF8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488293" y="3373966"/>
              <a:ext cx="528643" cy="21430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944C5461-0561-EF19-E092-DFD8966C1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147" y="3732588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 dirty="0">
                  <a:solidFill>
                    <a:srgbClr val="000000"/>
                  </a:solidFill>
                </a:rPr>
                <a:t>6</a:t>
              </a:r>
              <a:endParaRPr lang="ko-KR" altLang="en-US" sz="2000" dirty="0">
                <a:solidFill>
                  <a:srgbClr val="000000"/>
                </a:solidFill>
              </a:endParaRPr>
            </a:p>
          </p:txBody>
        </p:sp>
        <p:cxnSp>
          <p:nvCxnSpPr>
            <p:cNvPr id="19" name="직선 연결선 37">
              <a:extLst>
                <a:ext uri="{FF2B5EF4-FFF2-40B4-BE49-F238E27FC236}">
                  <a16:creationId xmlns:a16="http://schemas.microsoft.com/office/drawing/2014/main" id="{BC842F18-7A5C-4843-93A8-BA3724040A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602569" y="4232873"/>
              <a:ext cx="574376" cy="28243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323FC3E6-8D7B-91DC-062C-AEFF23924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96071" y="4661277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 dirty="0">
                  <a:solidFill>
                    <a:srgbClr val="000000"/>
                  </a:solidFill>
                </a:rPr>
                <a:t>7</a:t>
              </a:r>
              <a:endParaRPr lang="ko-KR" altLang="en-US" sz="2000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441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B3EAC0-0385-53B2-8691-BE0E460DD452}"/>
              </a:ext>
            </a:extLst>
          </p:cNvPr>
          <p:cNvSpPr txBox="1"/>
          <p:nvPr/>
        </p:nvSpPr>
        <p:spPr>
          <a:xfrm>
            <a:off x="1315779" y="1167349"/>
            <a:ext cx="6097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2400" dirty="0"/>
              <a:t>5, 2, 8, 1, 4, 6, 9, 3, 7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8B81BD-60CB-7F35-19AF-62684C455915}"/>
              </a:ext>
            </a:extLst>
          </p:cNvPr>
          <p:cNvSpPr txBox="1"/>
          <p:nvPr/>
        </p:nvSpPr>
        <p:spPr>
          <a:xfrm>
            <a:off x="1748530" y="574158"/>
            <a:ext cx="3414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연습문제 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트리 운행 결과</a:t>
            </a:r>
            <a:endParaRPr kumimoji="1"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247F886-2916-E145-6115-F189E9857FBF}"/>
              </a:ext>
            </a:extLst>
          </p:cNvPr>
          <p:cNvGrpSpPr/>
          <p:nvPr/>
        </p:nvGrpSpPr>
        <p:grpSpPr>
          <a:xfrm>
            <a:off x="7667999" y="2210655"/>
            <a:ext cx="3794125" cy="2900363"/>
            <a:chOff x="3960703" y="2160960"/>
            <a:chExt cx="3794125" cy="2900363"/>
          </a:xfrm>
        </p:grpSpPr>
        <p:sp>
          <p:nvSpPr>
            <p:cNvPr id="6" name="타원 4">
              <a:extLst>
                <a:ext uri="{FF2B5EF4-FFF2-40B4-BE49-F238E27FC236}">
                  <a16:creationId xmlns:a16="http://schemas.microsoft.com/office/drawing/2014/main" id="{475ABEB4-5832-E87B-F81F-5B8C03DC8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7988" y="2160960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 dirty="0">
                  <a:solidFill>
                    <a:srgbClr val="000000"/>
                  </a:solidFill>
                </a:rPr>
                <a:t>5</a:t>
              </a:r>
              <a:endParaRPr lang="ko-KR" altLang="en-US" sz="2000" dirty="0">
                <a:solidFill>
                  <a:srgbClr val="000000"/>
                </a:solidFill>
              </a:endParaRPr>
            </a:p>
          </p:txBody>
        </p:sp>
        <p:sp>
          <p:nvSpPr>
            <p:cNvPr id="7" name="타원 5">
              <a:extLst>
                <a:ext uri="{FF2B5EF4-FFF2-40B4-BE49-F238E27FC236}">
                  <a16:creationId xmlns:a16="http://schemas.microsoft.com/office/drawing/2014/main" id="{E734BEDB-C3DA-68F7-62B6-D6C7F04F0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5035" y="2875336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 dirty="0">
                  <a:solidFill>
                    <a:srgbClr val="000000"/>
                  </a:solidFill>
                </a:rPr>
                <a:t>2</a:t>
              </a:r>
              <a:endParaRPr lang="ko-KR" altLang="en-US" sz="2000" dirty="0">
                <a:solidFill>
                  <a:srgbClr val="000000"/>
                </a:solidFill>
              </a:endParaRPr>
            </a:p>
          </p:txBody>
        </p:sp>
        <p:sp>
          <p:nvSpPr>
            <p:cNvPr id="8" name="타원 6">
              <a:extLst>
                <a:ext uri="{FF2B5EF4-FFF2-40B4-BE49-F238E27FC236}">
                  <a16:creationId xmlns:a16="http://schemas.microsoft.com/office/drawing/2014/main" id="{1CC7EEBD-344D-E3AB-E5EC-E2780D8196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9506" y="2875336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 dirty="0">
                  <a:solidFill>
                    <a:srgbClr val="000000"/>
                  </a:solidFill>
                </a:rPr>
                <a:t>8</a:t>
              </a:r>
              <a:endParaRPr lang="ko-KR" altLang="en-US" sz="2000" dirty="0">
                <a:solidFill>
                  <a:srgbClr val="000000"/>
                </a:solidFill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46107773-1E3C-C332-4B84-C6DFF152A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703" y="3732588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 dirty="0">
                  <a:solidFill>
                    <a:srgbClr val="000000"/>
                  </a:solidFill>
                </a:rPr>
                <a:t>1</a:t>
              </a:r>
              <a:endParaRPr lang="ko-KR" altLang="en-US" sz="2000" dirty="0">
                <a:solidFill>
                  <a:srgbClr val="000000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580FB42-0B74-CF43-1B15-E4C271E05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6511" y="3732588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 dirty="0">
                  <a:solidFill>
                    <a:srgbClr val="000000"/>
                  </a:solidFill>
                </a:rPr>
                <a:t>4</a:t>
              </a:r>
              <a:endParaRPr lang="ko-KR" altLang="en-US" sz="2000" dirty="0">
                <a:solidFill>
                  <a:srgbClr val="000000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79215AC-1BF9-527F-DA1E-B7BFE17AD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4800" y="3732588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 dirty="0">
                  <a:solidFill>
                    <a:srgbClr val="000000"/>
                  </a:solidFill>
                </a:rPr>
                <a:t>9</a:t>
              </a:r>
              <a:endParaRPr lang="ko-KR" altLang="en-US" sz="2000" dirty="0">
                <a:solidFill>
                  <a:srgbClr val="000000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7F06E97-695D-222C-CC18-C9F029C99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2207" y="4661277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 dirty="0">
                  <a:solidFill>
                    <a:srgbClr val="000000"/>
                  </a:solidFill>
                </a:rPr>
                <a:t>3</a:t>
              </a:r>
              <a:endParaRPr lang="ko-KR" altLang="en-US" sz="2000" dirty="0">
                <a:solidFill>
                  <a:srgbClr val="00000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12A4EAE2-BD79-3E68-C29A-00FACC5FCF31}"/>
                </a:ext>
              </a:extLst>
            </p:cNvPr>
            <p:cNvCxnSpPr>
              <a:cxnSpLocks noChangeShapeType="1"/>
              <a:stCxn id="6" idx="3"/>
              <a:endCxn id="7" idx="7"/>
            </p:cNvCxnSpPr>
            <p:nvPr/>
          </p:nvCxnSpPr>
          <p:spPr bwMode="auto">
            <a:xfrm rot="5400000">
              <a:off x="5130776" y="2288126"/>
              <a:ext cx="431500" cy="86009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C485166A-9C99-B59D-497E-3C3281DC772C}"/>
                </a:ext>
              </a:extLst>
            </p:cNvPr>
            <p:cNvCxnSpPr>
              <a:cxnSpLocks noChangeShapeType="1"/>
              <a:stCxn id="6" idx="5"/>
              <a:endCxn id="8" idx="1"/>
            </p:cNvCxnSpPr>
            <p:nvPr/>
          </p:nvCxnSpPr>
          <p:spPr bwMode="auto">
            <a:xfrm rot="16200000" flipH="1">
              <a:off x="6238011" y="2323843"/>
              <a:ext cx="431500" cy="7886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7344F921-95F7-C620-DD88-CC5A4FD078CD}"/>
                </a:ext>
              </a:extLst>
            </p:cNvPr>
            <p:cNvCxnSpPr>
              <a:cxnSpLocks noChangeShapeType="1"/>
              <a:stCxn id="7" idx="3"/>
              <a:endCxn id="9" idx="0"/>
            </p:cNvCxnSpPr>
            <p:nvPr/>
          </p:nvCxnSpPr>
          <p:spPr bwMode="auto">
            <a:xfrm rot="5400000">
              <a:off x="4139272" y="3238243"/>
              <a:ext cx="515791" cy="4729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E1E40551-F0F0-807A-CA4E-26A43FEB8149}"/>
                </a:ext>
              </a:extLst>
            </p:cNvPr>
            <p:cNvCxnSpPr>
              <a:cxnSpLocks noChangeShapeType="1"/>
              <a:stCxn id="7" idx="5"/>
              <a:endCxn id="10" idx="0"/>
            </p:cNvCxnSpPr>
            <p:nvPr/>
          </p:nvCxnSpPr>
          <p:spPr bwMode="auto">
            <a:xfrm rot="16200000" flipH="1">
              <a:off x="4873606" y="3259669"/>
              <a:ext cx="515791" cy="43004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직선 연결선 37">
              <a:extLst>
                <a:ext uri="{FF2B5EF4-FFF2-40B4-BE49-F238E27FC236}">
                  <a16:creationId xmlns:a16="http://schemas.microsoft.com/office/drawing/2014/main" id="{7B8ADBA7-8D0E-0668-4056-1969A5AE5B41}"/>
                </a:ext>
              </a:extLst>
            </p:cNvPr>
            <p:cNvCxnSpPr>
              <a:cxnSpLocks noChangeShapeType="1"/>
              <a:stCxn id="8" idx="5"/>
              <a:endCxn id="11" idx="1"/>
            </p:cNvCxnSpPr>
            <p:nvPr/>
          </p:nvCxnSpPr>
          <p:spPr bwMode="auto">
            <a:xfrm rot="16200000" flipH="1">
              <a:off x="6984979" y="3362769"/>
              <a:ext cx="574376" cy="28243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직선 연결선 41">
              <a:extLst>
                <a:ext uri="{FF2B5EF4-FFF2-40B4-BE49-F238E27FC236}">
                  <a16:creationId xmlns:a16="http://schemas.microsoft.com/office/drawing/2014/main" id="{082A4D6F-F881-2458-32AD-A7B087B5D45D}"/>
                </a:ext>
              </a:extLst>
            </p:cNvPr>
            <p:cNvCxnSpPr>
              <a:cxnSpLocks noChangeShapeType="1"/>
              <a:stCxn id="10" idx="4"/>
              <a:endCxn id="13" idx="0"/>
            </p:cNvCxnSpPr>
            <p:nvPr/>
          </p:nvCxnSpPr>
          <p:spPr bwMode="auto">
            <a:xfrm rot="5400000">
              <a:off x="4975052" y="4289804"/>
              <a:ext cx="528643" cy="21430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직선 연결선 41">
              <a:extLst>
                <a:ext uri="{FF2B5EF4-FFF2-40B4-BE49-F238E27FC236}">
                  <a16:creationId xmlns:a16="http://schemas.microsoft.com/office/drawing/2014/main" id="{C8D3A67F-C51D-F553-4570-EC6FCFDE1C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488293" y="3373966"/>
              <a:ext cx="528643" cy="21430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784ABA2D-19ED-7637-80DA-C88F24FB6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147" y="3732588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 dirty="0">
                  <a:solidFill>
                    <a:srgbClr val="000000"/>
                  </a:solidFill>
                </a:rPr>
                <a:t>6</a:t>
              </a:r>
              <a:endParaRPr lang="ko-KR" altLang="en-US" sz="2000" dirty="0">
                <a:solidFill>
                  <a:srgbClr val="000000"/>
                </a:solidFill>
              </a:endParaRPr>
            </a:p>
          </p:txBody>
        </p:sp>
        <p:cxnSp>
          <p:nvCxnSpPr>
            <p:cNvPr id="24" name="직선 연결선 37">
              <a:extLst>
                <a:ext uri="{FF2B5EF4-FFF2-40B4-BE49-F238E27FC236}">
                  <a16:creationId xmlns:a16="http://schemas.microsoft.com/office/drawing/2014/main" id="{E829C7DE-C1A9-E7FC-3350-3601E38431E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602569" y="4232873"/>
              <a:ext cx="574376" cy="28243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494D29A2-E431-F548-6FE9-397144E06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96071" y="4661277"/>
              <a:ext cx="400028" cy="40004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ko-KR" sz="2000" dirty="0">
                  <a:solidFill>
                    <a:srgbClr val="000000"/>
                  </a:solidFill>
                </a:rPr>
                <a:t>7</a:t>
              </a:r>
              <a:endParaRPr lang="ko-KR" altLang="en-US" sz="2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49BEFCC-6996-51A7-A40E-B43C6751076B}"/>
              </a:ext>
            </a:extLst>
          </p:cNvPr>
          <p:cNvSpPr txBox="1"/>
          <p:nvPr/>
        </p:nvSpPr>
        <p:spPr>
          <a:xfrm>
            <a:off x="733099" y="2724976"/>
            <a:ext cx="6646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전위 운행 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5 -&gt; 2 -&gt; 1 -&gt; 4 -&gt; 3 -&gt; 8 -&gt; 6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-&gt; 7</a:t>
            </a:r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-&gt;</a:t>
            </a:r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9</a:t>
            </a:r>
            <a:endParaRPr kumimoji="1"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F97CED-646B-7967-BE87-9C26F014E347}"/>
              </a:ext>
            </a:extLst>
          </p:cNvPr>
          <p:cNvSpPr txBox="1"/>
          <p:nvPr/>
        </p:nvSpPr>
        <p:spPr>
          <a:xfrm>
            <a:off x="733099" y="3595081"/>
            <a:ext cx="6646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중위 운행 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1 -&gt; 2 -&gt; 3 -&gt; 4 -&gt; 5 -&gt; 6 -&gt; 7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-&gt; 8</a:t>
            </a:r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-&gt;</a:t>
            </a:r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9</a:t>
            </a:r>
            <a:endParaRPr kumimoji="1"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0145F4-D463-26A6-9FBF-79176DBA16DE}"/>
              </a:ext>
            </a:extLst>
          </p:cNvPr>
          <p:cNvSpPr txBox="1"/>
          <p:nvPr/>
        </p:nvSpPr>
        <p:spPr>
          <a:xfrm>
            <a:off x="733099" y="4465186"/>
            <a:ext cx="6646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후위 운행 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1 -&gt; 3 -&gt; 4 -&gt; 2 -&gt; 7 -&gt; 6 -&gt; 9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-&gt; 8</a:t>
            </a:r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-&gt;</a:t>
            </a:r>
            <a:r>
              <a:rPr kumimoji="1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kumimoji="1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5</a:t>
            </a:r>
            <a:endParaRPr kumimoji="1"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1087469"/>
      </p:ext>
    </p:extLst>
  </p:cSld>
  <p:clrMapOvr>
    <a:masterClrMapping/>
  </p:clrMapOvr>
</p:sld>
</file>

<file path=ppt/theme/theme1.xml><?xml version="1.0" encoding="utf-8"?>
<a:theme xmlns:a="http://schemas.openxmlformats.org/drawingml/2006/main" name="파스텔톤">
  <a:themeElements>
    <a:clrScheme name="파스텔톤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파스텔톤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spDef>
    <a:lnDef>
      <a:spPr bwMode="auto">
        <a:solidFill>
          <a:srgbClr val="99FF33"/>
        </a:solidFill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 algn="l">
          <a:defRPr sz="2000" b="1" dirty="0" smtClean="0">
            <a:solidFill>
              <a:srgbClr val="FF0000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>
    <a:extraClrScheme>
      <a:clrScheme name="파스텔톤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파스텔톤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파스텔톤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파스텔톤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파스텔톤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파스텔톤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238</Words>
  <Application>Microsoft Macintosh PowerPoint</Application>
  <PresentationFormat>와이드스크린</PresentationFormat>
  <Paragraphs>58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굴림</vt:lpstr>
      <vt:lpstr>맑은 고딕</vt:lpstr>
      <vt:lpstr>Tahoma</vt:lpstr>
      <vt:lpstr>Wingdings</vt:lpstr>
      <vt:lpstr>파스텔톤</vt:lpstr>
      <vt:lpstr>연습문제1</vt:lpstr>
      <vt:lpstr>PowerPoint 프레젠테이션</vt:lpstr>
      <vt:lpstr>연습문제2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경미 문</dc:creator>
  <cp:lastModifiedBy>이다연</cp:lastModifiedBy>
  <cp:revision>7</cp:revision>
  <dcterms:created xsi:type="dcterms:W3CDTF">2026-08-19T02:30:57Z</dcterms:created>
  <dcterms:modified xsi:type="dcterms:W3CDTF">2026-08-19T04:51:44Z</dcterms:modified>
</cp:coreProperties>
</file>