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>
        <p:scale>
          <a:sx n="108" d="100"/>
          <a:sy n="108" d="100"/>
        </p:scale>
        <p:origin x="128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402BF-245F-80D9-F449-488701A5C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92B0EB-5B9C-E604-9787-58A86C59E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23FB76-1884-688F-6F8C-4B39CEEE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C06406-D97B-5778-6A84-0EE94ED3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9C71AC-2B9F-73B4-D7B2-F5652246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87368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1DF4AC-B7D0-1571-C82D-D897430A3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560C1E-8063-11A4-8196-19ABA51EB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A2FF8F-C5F7-F1B2-F345-DA180B68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202FFC-98A6-90FA-2849-95147766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F1294-B312-4DC0-A553-8DBF09107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4985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01E6B-9087-E76E-98E3-13C16EF98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52E049-75EC-B6FA-3216-A086A4764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F5E013-D176-C7AE-B75C-8AA8EEE6B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4B47C5-95C2-0A91-88E8-A90BDBDF8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7E0B22-1247-D047-4900-54A5B68F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1845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E5E7D-FB9F-7D6F-EE04-04A7D016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A469B-D1B7-7DA7-F903-0C474B375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A13A25-D9E0-BBBE-CCF8-1B1C3301F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2361E8-E52A-1A0F-1243-D688D758E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796E29-0809-0FB3-5EC6-A69A1AD0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52302B-46FF-6920-4D63-364002F06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2910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10FCA-D03B-A9C3-7D9D-571217C9A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8C54F7-BCDE-31E2-70E8-C355B0283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12F3E3-A6DF-DEE2-794F-F2FD78C34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B5949-2FE1-52A1-83C1-843D28A10A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44A771-D325-6DD3-3BBF-528A239E8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9FC7C60-C93C-47DB-AE29-0328650B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BC2C8B-FE40-3EE4-A8FD-2B57E3539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3D3468-4F55-BB0B-FB38-E2661E3EC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3683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2E6DC-43E3-1728-89A1-C0EC9FE67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ACEC22-ECD3-7B91-5B33-F80C2A6E7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11F39E6-8801-7D6A-92C7-8FA3AB48F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C3310C-E676-4CA5-49B4-845B34A4F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337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C63E4C0-4BDF-9D9A-5A35-FD8EE6349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8D9CEC-447A-FBDF-FB86-849AC499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A4FC0D-5914-749F-BE0A-3963C1A6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836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E1FAD-7327-63F1-943B-103519A6D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7E0A1A-79F6-D449-864F-1895F36E5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FC1F13-23F3-13DA-0AB8-EE424BECF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8C674B-C906-DE56-18D6-3F1EE272A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B53156-54D0-8F1E-D298-5CDABB1A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81B477-A2A5-D45A-2E69-EB26B217C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3828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CC705-D175-7753-0D47-6AE2A92DF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59B603-C039-1BCF-4B44-8668233032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17EEF5-3DA4-8F3F-6865-97190D9CA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DF2FC9-18DA-20E9-9320-9ECCE3989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1FA99E-CD93-3A3D-63BF-E8FFA8688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2C1ECA-91DB-6E93-4478-D5F967EE4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8381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FEDFE-E083-0C33-31B7-3E89C905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F2B47-2805-F9D8-5A8F-F8FD8816D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09B22E-4F5E-C1E5-9BBD-80238057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1629DB-8E22-8DA5-464D-084832BA8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6B4E06-4487-B24C-71E2-E5AEBE8C9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268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C3BB96B-90F5-2F92-4E70-F47711D7A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268CC78-C502-4CEB-E7A3-3B670B2439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97B5F-2229-748A-0049-A18D7422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61E2FE-D763-E799-370E-5435A3754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BB8204-CCB7-5C79-D263-8F5DA815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924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5688C5-15A1-975D-5883-EB069E040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7FF62D-BB9F-0136-D643-6FB8327E6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86E06-5520-FC38-20A2-615908E5B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009E3C-9602-C746-A484-DDABA4CDE926}" type="datetimeFigureOut">
              <a:rPr kumimoji="1" lang="ko-KR" altLang="en-US" smtClean="0"/>
              <a:t>2026. 8. 12.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4EF718-CBDF-8D1D-9E74-DA23CC692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11E18C-3CCF-2849-5408-B923BEA7E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4F71D-238F-2840-937C-BD4D641D9C6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943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수행의 시작/종료 1">
            <a:extLst>
              <a:ext uri="{FF2B5EF4-FFF2-40B4-BE49-F238E27FC236}">
                <a16:creationId xmlns:a16="http://schemas.microsoft.com/office/drawing/2014/main" id="{86927328-1784-DCD9-F75F-076E27B11AEC}"/>
              </a:ext>
            </a:extLst>
          </p:cNvPr>
          <p:cNvSpPr/>
          <p:nvPr/>
        </p:nvSpPr>
        <p:spPr>
          <a:xfrm>
            <a:off x="4914011" y="345558"/>
            <a:ext cx="1807535" cy="425302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시작</a:t>
            </a:r>
            <a:endParaRPr kumimoji="1" lang="en-US" altLang="ko-KR" dirty="0"/>
          </a:p>
        </p:txBody>
      </p:sp>
      <p:sp>
        <p:nvSpPr>
          <p:cNvPr id="3" name="준비 2">
            <a:extLst>
              <a:ext uri="{FF2B5EF4-FFF2-40B4-BE49-F238E27FC236}">
                <a16:creationId xmlns:a16="http://schemas.microsoft.com/office/drawing/2014/main" id="{4D99F75A-C2C1-D5DD-4D93-47B374937B3D}"/>
              </a:ext>
            </a:extLst>
          </p:cNvPr>
          <p:cNvSpPr/>
          <p:nvPr/>
        </p:nvSpPr>
        <p:spPr>
          <a:xfrm>
            <a:off x="4772243" y="1148316"/>
            <a:ext cx="2094615" cy="574158"/>
          </a:xfrm>
          <a:prstGeom prst="flowChartPreparat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sum = 0,</a:t>
            </a:r>
          </a:p>
          <a:p>
            <a:pPr algn="ctr"/>
            <a:r>
              <a:rPr kumimoji="1" lang="en-US" altLang="ko-KR" dirty="0" err="1"/>
              <a:t>i</a:t>
            </a:r>
            <a:r>
              <a:rPr kumimoji="1" lang="en-US" altLang="ko-KR" dirty="0"/>
              <a:t> = 1</a:t>
            </a:r>
            <a:endParaRPr kumimoji="1" lang="ko-KR" altLang="en-US" dirty="0"/>
          </a:p>
        </p:txBody>
      </p:sp>
      <p:sp>
        <p:nvSpPr>
          <p:cNvPr id="4" name="수행의 시작/종료 3">
            <a:extLst>
              <a:ext uri="{FF2B5EF4-FFF2-40B4-BE49-F238E27FC236}">
                <a16:creationId xmlns:a16="http://schemas.microsoft.com/office/drawing/2014/main" id="{DEB36604-12A1-25D0-A179-26BA71FCCD3C}"/>
              </a:ext>
            </a:extLst>
          </p:cNvPr>
          <p:cNvSpPr/>
          <p:nvPr/>
        </p:nvSpPr>
        <p:spPr>
          <a:xfrm>
            <a:off x="1935125" y="5635256"/>
            <a:ext cx="1807535" cy="425302"/>
          </a:xfrm>
          <a:prstGeom prst="flowChartTermina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종료</a:t>
            </a:r>
          </a:p>
        </p:txBody>
      </p:sp>
      <p:sp>
        <p:nvSpPr>
          <p:cNvPr id="5" name="데이터 4">
            <a:extLst>
              <a:ext uri="{FF2B5EF4-FFF2-40B4-BE49-F238E27FC236}">
                <a16:creationId xmlns:a16="http://schemas.microsoft.com/office/drawing/2014/main" id="{CAC48AB1-4345-4EE4-E895-F5A0D1ED52A1}"/>
              </a:ext>
            </a:extLst>
          </p:cNvPr>
          <p:cNvSpPr/>
          <p:nvPr/>
        </p:nvSpPr>
        <p:spPr>
          <a:xfrm>
            <a:off x="1754373" y="4367322"/>
            <a:ext cx="2169041" cy="627321"/>
          </a:xfrm>
          <a:prstGeom prst="flowChartInputOutpu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sum</a:t>
            </a:r>
            <a:endParaRPr kumimoji="1" lang="ko-KR" altLang="en-US" dirty="0"/>
          </a:p>
        </p:txBody>
      </p:sp>
      <p:sp>
        <p:nvSpPr>
          <p:cNvPr id="6" name="판단 5">
            <a:extLst>
              <a:ext uri="{FF2B5EF4-FFF2-40B4-BE49-F238E27FC236}">
                <a16:creationId xmlns:a16="http://schemas.microsoft.com/office/drawing/2014/main" id="{3084CB78-05E8-8826-856E-19B134B6D098}"/>
              </a:ext>
            </a:extLst>
          </p:cNvPr>
          <p:cNvSpPr/>
          <p:nvPr/>
        </p:nvSpPr>
        <p:spPr>
          <a:xfrm>
            <a:off x="4637563" y="2099930"/>
            <a:ext cx="2362204" cy="67516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/>
              <a:t>i</a:t>
            </a:r>
            <a:r>
              <a:rPr kumimoji="1" lang="en-US" altLang="ko-KR" dirty="0"/>
              <a:t> &lt;= 100</a:t>
            </a:r>
            <a:endParaRPr kumimoji="1" lang="ko-KR" altLang="en-US" dirty="0"/>
          </a:p>
        </p:txBody>
      </p:sp>
      <p:sp>
        <p:nvSpPr>
          <p:cNvPr id="7" name="처리 6">
            <a:extLst>
              <a:ext uri="{FF2B5EF4-FFF2-40B4-BE49-F238E27FC236}">
                <a16:creationId xmlns:a16="http://schemas.microsoft.com/office/drawing/2014/main" id="{7C27FC70-7A2D-761B-D3DA-9742556CB567}"/>
              </a:ext>
            </a:extLst>
          </p:cNvPr>
          <p:cNvSpPr/>
          <p:nvPr/>
        </p:nvSpPr>
        <p:spPr>
          <a:xfrm>
            <a:off x="4842241" y="4367324"/>
            <a:ext cx="1951074" cy="627321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sum = sum + </a:t>
            </a:r>
            <a:r>
              <a:rPr kumimoji="1" lang="en-US" altLang="ko-KR" dirty="0" err="1"/>
              <a:t>i</a:t>
            </a:r>
            <a:endParaRPr kumimoji="1" lang="ko-KR" altLang="en-US" dirty="0"/>
          </a:p>
        </p:txBody>
      </p:sp>
      <p:sp>
        <p:nvSpPr>
          <p:cNvPr id="11" name="판단 10">
            <a:extLst>
              <a:ext uri="{FF2B5EF4-FFF2-40B4-BE49-F238E27FC236}">
                <a16:creationId xmlns:a16="http://schemas.microsoft.com/office/drawing/2014/main" id="{B3DF7D5C-B1E3-EA4B-AB76-8A7DFEA87D25}"/>
              </a:ext>
            </a:extLst>
          </p:cNvPr>
          <p:cNvSpPr/>
          <p:nvPr/>
        </p:nvSpPr>
        <p:spPr>
          <a:xfrm>
            <a:off x="4637563" y="3152554"/>
            <a:ext cx="2362204" cy="675168"/>
          </a:xfrm>
          <a:prstGeom prst="flowChartDecisi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sz="1600" dirty="0" err="1"/>
              <a:t>i</a:t>
            </a:r>
            <a:r>
              <a:rPr kumimoji="1" lang="en-US" altLang="ko-KR" sz="1600" dirty="0"/>
              <a:t> % 2 ==1</a:t>
            </a:r>
            <a:endParaRPr kumimoji="1" lang="ko-KR" altLang="en-US" sz="1600" dirty="0"/>
          </a:p>
        </p:txBody>
      </p:sp>
      <p:sp>
        <p:nvSpPr>
          <p:cNvPr id="12" name="처리 11">
            <a:extLst>
              <a:ext uri="{FF2B5EF4-FFF2-40B4-BE49-F238E27FC236}">
                <a16:creationId xmlns:a16="http://schemas.microsoft.com/office/drawing/2014/main" id="{AC39619B-FFAD-94FF-9D9B-8241C8424B8E}"/>
              </a:ext>
            </a:extLst>
          </p:cNvPr>
          <p:cNvSpPr/>
          <p:nvPr/>
        </p:nvSpPr>
        <p:spPr>
          <a:xfrm>
            <a:off x="7249632" y="4367323"/>
            <a:ext cx="1951074" cy="627321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/>
              <a:t>sum = sum - </a:t>
            </a:r>
            <a:r>
              <a:rPr kumimoji="1" lang="en-US" altLang="ko-KR" dirty="0" err="1"/>
              <a:t>i</a:t>
            </a:r>
            <a:endParaRPr kumimoji="1" lang="ko-KR" altLang="en-US" dirty="0"/>
          </a:p>
        </p:txBody>
      </p:sp>
      <p:sp>
        <p:nvSpPr>
          <p:cNvPr id="13" name="처리 12">
            <a:extLst>
              <a:ext uri="{FF2B5EF4-FFF2-40B4-BE49-F238E27FC236}">
                <a16:creationId xmlns:a16="http://schemas.microsoft.com/office/drawing/2014/main" id="{D907FC9F-295E-326A-EF9C-1D2220B29FF7}"/>
              </a:ext>
            </a:extLst>
          </p:cNvPr>
          <p:cNvSpPr/>
          <p:nvPr/>
        </p:nvSpPr>
        <p:spPr>
          <a:xfrm>
            <a:off x="4842241" y="5534247"/>
            <a:ext cx="1951074" cy="627321"/>
          </a:xfrm>
          <a:prstGeom prst="flowChart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/>
              <a:t>i</a:t>
            </a:r>
            <a:r>
              <a:rPr kumimoji="1" lang="en-US" altLang="ko-KR" dirty="0"/>
              <a:t> = </a:t>
            </a:r>
            <a:r>
              <a:rPr kumimoji="1" lang="en-US" altLang="ko-KR" dirty="0" err="1"/>
              <a:t>i</a:t>
            </a:r>
            <a:r>
              <a:rPr kumimoji="1" lang="en-US" altLang="ko-KR" dirty="0"/>
              <a:t> + 1</a:t>
            </a:r>
            <a:endParaRPr kumimoji="1"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EB07C00-0636-FCE1-5AC7-3CC622E578CF}"/>
              </a:ext>
            </a:extLst>
          </p:cNvPr>
          <p:cNvCxnSpPr/>
          <p:nvPr/>
        </p:nvCxnSpPr>
        <p:spPr>
          <a:xfrm>
            <a:off x="5817778" y="813695"/>
            <a:ext cx="0" cy="294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39EF831-4BF5-657E-2153-B9F64ACD7F4E}"/>
              </a:ext>
            </a:extLst>
          </p:cNvPr>
          <p:cNvCxnSpPr/>
          <p:nvPr/>
        </p:nvCxnSpPr>
        <p:spPr>
          <a:xfrm>
            <a:off x="5817778" y="1763678"/>
            <a:ext cx="0" cy="294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6EDB64D-9D0E-AB8F-8FDD-30BF843F107A}"/>
              </a:ext>
            </a:extLst>
          </p:cNvPr>
          <p:cNvCxnSpPr/>
          <p:nvPr/>
        </p:nvCxnSpPr>
        <p:spPr>
          <a:xfrm>
            <a:off x="5817778" y="2818962"/>
            <a:ext cx="0" cy="294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DF4C438-B500-ADF7-655C-32B9D7D18F47}"/>
              </a:ext>
            </a:extLst>
          </p:cNvPr>
          <p:cNvCxnSpPr>
            <a:cxnSpLocks/>
          </p:cNvCxnSpPr>
          <p:nvPr/>
        </p:nvCxnSpPr>
        <p:spPr>
          <a:xfrm>
            <a:off x="5818173" y="3872335"/>
            <a:ext cx="0" cy="437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44A69C1-A4C3-EC13-1975-435EE0FDFCD1}"/>
              </a:ext>
            </a:extLst>
          </p:cNvPr>
          <p:cNvCxnSpPr>
            <a:cxnSpLocks/>
          </p:cNvCxnSpPr>
          <p:nvPr/>
        </p:nvCxnSpPr>
        <p:spPr>
          <a:xfrm>
            <a:off x="5817778" y="5045188"/>
            <a:ext cx="0" cy="437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[R] 23">
            <a:extLst>
              <a:ext uri="{FF2B5EF4-FFF2-40B4-BE49-F238E27FC236}">
                <a16:creationId xmlns:a16="http://schemas.microsoft.com/office/drawing/2014/main" id="{EE2DD689-4B6A-6EE6-4A68-E1396ECB4E70}"/>
              </a:ext>
            </a:extLst>
          </p:cNvPr>
          <p:cNvCxnSpPr/>
          <p:nvPr/>
        </p:nvCxnSpPr>
        <p:spPr>
          <a:xfrm>
            <a:off x="7149830" y="3490138"/>
            <a:ext cx="10753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A45E747-A1CE-40EE-7BDD-5622478830AB}"/>
              </a:ext>
            </a:extLst>
          </p:cNvPr>
          <p:cNvCxnSpPr/>
          <p:nvPr/>
        </p:nvCxnSpPr>
        <p:spPr>
          <a:xfrm>
            <a:off x="8225169" y="3490138"/>
            <a:ext cx="0" cy="8200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63606FF1-B66E-3AEB-3A86-C95F0B9D2983}"/>
              </a:ext>
            </a:extLst>
          </p:cNvPr>
          <p:cNvCxnSpPr>
            <a:stCxn id="13" idx="3"/>
          </p:cNvCxnSpPr>
          <p:nvPr/>
        </p:nvCxnSpPr>
        <p:spPr>
          <a:xfrm flipV="1">
            <a:off x="6793315" y="5847907"/>
            <a:ext cx="2807885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2B09FC49-25DF-4FA1-D9EB-841098BEFD13}"/>
              </a:ext>
            </a:extLst>
          </p:cNvPr>
          <p:cNvCxnSpPr>
            <a:cxnSpLocks/>
          </p:cNvCxnSpPr>
          <p:nvPr/>
        </p:nvCxnSpPr>
        <p:spPr>
          <a:xfrm flipV="1">
            <a:off x="9582539" y="1910707"/>
            <a:ext cx="18661" cy="393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4FF06622-C088-4349-10A4-DFD36ACB66D1}"/>
              </a:ext>
            </a:extLst>
          </p:cNvPr>
          <p:cNvCxnSpPr/>
          <p:nvPr/>
        </p:nvCxnSpPr>
        <p:spPr>
          <a:xfrm flipH="1">
            <a:off x="6018245" y="1910707"/>
            <a:ext cx="35829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FD32ADEE-0A9F-B1AE-810B-022A37841ADA}"/>
              </a:ext>
            </a:extLst>
          </p:cNvPr>
          <p:cNvCxnSpPr>
            <a:cxnSpLocks/>
          </p:cNvCxnSpPr>
          <p:nvPr/>
        </p:nvCxnSpPr>
        <p:spPr>
          <a:xfrm>
            <a:off x="2818817" y="5096415"/>
            <a:ext cx="0" cy="4378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[R] 35">
            <a:extLst>
              <a:ext uri="{FF2B5EF4-FFF2-40B4-BE49-F238E27FC236}">
                <a16:creationId xmlns:a16="http://schemas.microsoft.com/office/drawing/2014/main" id="{DCE2F5BB-4612-0DD6-D7DD-0F5E003E72DE}"/>
              </a:ext>
            </a:extLst>
          </p:cNvPr>
          <p:cNvCxnSpPr>
            <a:cxnSpLocks/>
          </p:cNvCxnSpPr>
          <p:nvPr/>
        </p:nvCxnSpPr>
        <p:spPr>
          <a:xfrm flipH="1">
            <a:off x="2818817" y="2437514"/>
            <a:ext cx="17482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F9CBD2E-0F2F-CF51-355C-9F6E07A3BFE4}"/>
              </a:ext>
            </a:extLst>
          </p:cNvPr>
          <p:cNvCxnSpPr/>
          <p:nvPr/>
        </p:nvCxnSpPr>
        <p:spPr>
          <a:xfrm>
            <a:off x="2818817" y="2437514"/>
            <a:ext cx="0" cy="1872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32BA04D6-A64A-0153-BC63-7671046E2790}"/>
              </a:ext>
            </a:extLst>
          </p:cNvPr>
          <p:cNvCxnSpPr/>
          <p:nvPr/>
        </p:nvCxnSpPr>
        <p:spPr>
          <a:xfrm>
            <a:off x="8225169" y="5045188"/>
            <a:ext cx="0" cy="2189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[R] 46">
            <a:extLst>
              <a:ext uri="{FF2B5EF4-FFF2-40B4-BE49-F238E27FC236}">
                <a16:creationId xmlns:a16="http://schemas.microsoft.com/office/drawing/2014/main" id="{6874F27A-9698-BE26-F437-B52F26A6B888}"/>
              </a:ext>
            </a:extLst>
          </p:cNvPr>
          <p:cNvCxnSpPr/>
          <p:nvPr/>
        </p:nvCxnSpPr>
        <p:spPr>
          <a:xfrm flipH="1">
            <a:off x="5817778" y="5264104"/>
            <a:ext cx="240739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B09BF7E2-9614-CE73-34C5-DD27AD0AA9A8}"/>
              </a:ext>
            </a:extLst>
          </p:cNvPr>
          <p:cNvSpPr txBox="1"/>
          <p:nvPr/>
        </p:nvSpPr>
        <p:spPr>
          <a:xfrm>
            <a:off x="5817778" y="2784434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(Y)</a:t>
            </a:r>
            <a:endParaRPr kumimoji="1"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DEF8C5-0059-0D77-B98D-B63E913B8D58}"/>
              </a:ext>
            </a:extLst>
          </p:cNvPr>
          <p:cNvSpPr txBox="1"/>
          <p:nvPr/>
        </p:nvSpPr>
        <p:spPr>
          <a:xfrm>
            <a:off x="5817778" y="3900152"/>
            <a:ext cx="3946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(Y)</a:t>
            </a:r>
            <a:endParaRPr kumimoji="1"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DF15CC-4A1C-7CF2-4B39-C6993CA5F409}"/>
              </a:ext>
            </a:extLst>
          </p:cNvPr>
          <p:cNvSpPr txBox="1"/>
          <p:nvPr/>
        </p:nvSpPr>
        <p:spPr>
          <a:xfrm>
            <a:off x="3495633" y="2101159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(N)</a:t>
            </a:r>
            <a:endParaRPr kumimoji="1"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D8AE7D-30E3-5276-5B21-AA7D1F0816CD}"/>
              </a:ext>
            </a:extLst>
          </p:cNvPr>
          <p:cNvSpPr txBox="1"/>
          <p:nvPr/>
        </p:nvSpPr>
        <p:spPr>
          <a:xfrm>
            <a:off x="7484395" y="3153783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/>
              <a:t>(N)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28892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45</Words>
  <Application>Microsoft Macintosh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이다연</dc:creator>
  <cp:lastModifiedBy>이다연</cp:lastModifiedBy>
  <cp:revision>1</cp:revision>
  <dcterms:created xsi:type="dcterms:W3CDTF">2026-08-12T03:43:55Z</dcterms:created>
  <dcterms:modified xsi:type="dcterms:W3CDTF">2026-08-12T04:02:04Z</dcterms:modified>
</cp:coreProperties>
</file>